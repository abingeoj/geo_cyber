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 id="2147483652"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Lst>
  <p:sldSz cy="6858000" cx="12191675"/>
  <p:notesSz cx="6858000" cy="12191675"/>
  <p:embeddedFontLst>
    <p:embeddedFont>
      <p:font typeface="Funnel Sans"/>
      <p:regular r:id="rId16"/>
      <p:bold r:id="rId17"/>
      <p:italic r:id="rId18"/>
      <p:boldItalic r:id="rId19"/>
    </p:embeddedFont>
    <p:embeddedFont>
      <p:font typeface="Martian Mono Medium"/>
      <p:regular r:id="rId20"/>
      <p:bold r:id="rId21"/>
    </p:embeddedFont>
    <p:embeddedFont>
      <p:font typeface="Funnel Sans SemiBold"/>
      <p:regular r:id="rId22"/>
      <p:bold r:id="rId23"/>
      <p:italic r:id="rId24"/>
      <p:boldItalic r:id="rId25"/>
    </p:embeddedFont>
    <p:embeddedFont>
      <p:font typeface="Special Gothic Expanded One"/>
      <p:regular r:id="rId2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7" roundtripDataSignature="AMtx7mivnEBOofp/n/OSJPA3eDaOn4oB6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MartianMonoMedium-regular.fntdata"/><Relationship Id="rId22" Type="http://schemas.openxmlformats.org/officeDocument/2006/relationships/font" Target="fonts/FunnelSansSemiBold-regular.fntdata"/><Relationship Id="rId21" Type="http://schemas.openxmlformats.org/officeDocument/2006/relationships/font" Target="fonts/MartianMonoMedium-bold.fntdata"/><Relationship Id="rId24" Type="http://schemas.openxmlformats.org/officeDocument/2006/relationships/font" Target="fonts/FunnelSansSemiBold-italic.fntdata"/><Relationship Id="rId23" Type="http://schemas.openxmlformats.org/officeDocument/2006/relationships/font" Target="fonts/FunnelSansSemiBold-bold.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slideMaster" Target="slideMasters/slideMaster2.xml"/><Relationship Id="rId9" Type="http://schemas.openxmlformats.org/officeDocument/2006/relationships/slide" Target="slides/slide4.xml"/><Relationship Id="rId26" Type="http://schemas.openxmlformats.org/officeDocument/2006/relationships/font" Target="fonts/SpecialGothicExpandedOne-regular.fntdata"/><Relationship Id="rId25" Type="http://schemas.openxmlformats.org/officeDocument/2006/relationships/font" Target="fonts/FunnelSansSemiBold-boldItalic.fntdata"/><Relationship Id="rId27" Type="http://customschemas.google.com/relationships/presentationmetadata" Target="meta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font" Target="fonts/FunnelSans-bold.fntdata"/><Relationship Id="rId16" Type="http://schemas.openxmlformats.org/officeDocument/2006/relationships/font" Target="fonts/FunnelSans-regular.fntdata"/><Relationship Id="rId19" Type="http://schemas.openxmlformats.org/officeDocument/2006/relationships/font" Target="fonts/FunnelSans-boldItalic.fntdata"/><Relationship Id="rId18" Type="http://schemas.openxmlformats.org/officeDocument/2006/relationships/font" Target="fonts/FunnelSans-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4" name="Google Shape;94;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GEO is designed to connect signals that defenders already have, then turn that combined evidence into a decision they can act on.</a:t>
            </a:r>
            <a:endParaRPr/>
          </a:p>
        </p:txBody>
      </p:sp>
      <p:sp>
        <p:nvSpPr>
          <p:cNvPr id="95" name="Google Shape;95;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h770a2e5ec28c9777_0_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10" name="Google Shape;110;h770a2e5ec28c9777_0_4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1" name="Google Shape;111;h770a2e5ec28c9777_0_46: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h770a2e5ec28c9777_2_75:notes"/>
          <p:cNvSpPr txBox="1"/>
          <p:nvPr>
            <p:ph idx="1" type="body"/>
          </p:nvPr>
        </p:nvSpPr>
        <p:spPr>
          <a:xfrm>
            <a:off x="685800" y="5791046"/>
            <a:ext cx="5486400" cy="5486254"/>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6" name="Google Shape;116;h770a2e5ec28c9777_2_75:notes"/>
          <p:cNvSpPr/>
          <p:nvPr>
            <p:ph idx="2" type="sldImg"/>
          </p:nvPr>
        </p:nvSpPr>
        <p:spPr>
          <a:xfrm>
            <a:off x="1143286" y="914376"/>
            <a:ext cx="4572103" cy="457187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h770a2e5ec28c9777_2_88:notes"/>
          <p:cNvSpPr txBox="1"/>
          <p:nvPr>
            <p:ph idx="1" type="body"/>
          </p:nvPr>
        </p:nvSpPr>
        <p:spPr>
          <a:xfrm>
            <a:off x="685800" y="5791046"/>
            <a:ext cx="5486400" cy="5486254"/>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9" name="Google Shape;129;h770a2e5ec28c9777_2_88:notes"/>
          <p:cNvSpPr/>
          <p:nvPr>
            <p:ph idx="2" type="sldImg"/>
          </p:nvPr>
        </p:nvSpPr>
        <p:spPr>
          <a:xfrm>
            <a:off x="1143286" y="914376"/>
            <a:ext cx="4572103" cy="457187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h770a2e5ec28c9777_2_100:notes"/>
          <p:cNvSpPr txBox="1"/>
          <p:nvPr>
            <p:ph idx="1" type="body"/>
          </p:nvPr>
        </p:nvSpPr>
        <p:spPr>
          <a:xfrm>
            <a:off x="685800" y="5791046"/>
            <a:ext cx="5486400" cy="5486254"/>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2" name="Google Shape;142;h770a2e5ec28c9777_2_100:notes"/>
          <p:cNvSpPr/>
          <p:nvPr>
            <p:ph idx="2" type="sldImg"/>
          </p:nvPr>
        </p:nvSpPr>
        <p:spPr>
          <a:xfrm>
            <a:off x="1143286" y="914376"/>
            <a:ext cx="4572103" cy="457187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2" name="Google Shape;162;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Walk the flow from left to right. GEO does not replace security controls. It gives their signals a shared analytical context and makes the resulting response decision visible.</a:t>
            </a:r>
            <a:endParaRPr/>
          </a:p>
        </p:txBody>
      </p:sp>
      <p:sp>
        <p:nvSpPr>
          <p:cNvPr id="163" name="Google Shape;163;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h770a2e5ec28c9777_0_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94" name="Google Shape;194;h770a2e5ec28c9777_0_2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5" name="Google Shape;195;h770a2e5ec28c9777_0_27: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6" name="Google Shape;206;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prototype makes the decision legible at the point of use. The file and URL examples show the score, rationale, and recommended action, while the email analyzer demonstrates how the same decision model applies to a different signal type.</a:t>
            </a:r>
            <a:endParaRPr/>
          </a:p>
        </p:txBody>
      </p:sp>
      <p:sp>
        <p:nvSpPr>
          <p:cNvPr id="207" name="Google Shape;207;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h770a2e5ec28c9777_0_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24" name="Google Shape;224;h770a2e5ec28c9777_0_3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5" name="Google Shape;225;h770a2e5ec28c9777_0_39: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h770a2e5ec28c9777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32" name="Google Shape;232;h770a2e5ec28c9777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3" name="Google Shape;233;h770a2e5ec28c9777_0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 Id="rId3" Type="http://schemas.openxmlformats.org/officeDocument/2006/relationships/hyperlink" Target="https://gamma.app/?utm_source=made-with-gamma" TargetMode="External"/><Relationship Id="rId4"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 Id="rId3" Type="http://schemas.openxmlformats.org/officeDocument/2006/relationships/hyperlink" Target="https://gamma.app/?utm_source=made-with-gamma" TargetMode="External"/><Relationship Id="rId4"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master 1">
  <p:cSld name="Slide master 1">
    <p:bg>
      <p:bgPr>
        <a:solidFill>
          <a:srgbClr val="07080C"/>
        </a:solidFill>
      </p:bgPr>
    </p:bg>
    <p:spTree>
      <p:nvGrpSpPr>
        <p:cNvPr id="10" name="Shape 10"/>
        <p:cNvGrpSpPr/>
        <p:nvPr/>
      </p:nvGrpSpPr>
      <p:grpSpPr>
        <a:xfrm>
          <a:off x="0" y="0"/>
          <a:ext cx="0" cy="0"/>
          <a:chOff x="0" y="0"/>
          <a:chExt cx="0" cy="0"/>
        </a:xfrm>
      </p:grpSpPr>
      <p:pic>
        <p:nvPicPr>
          <p:cNvPr descr="preencoded.png" id="11" name="Google Shape;11;p6"/>
          <p:cNvPicPr preferRelativeResize="0"/>
          <p:nvPr/>
        </p:nvPicPr>
        <p:blipFill rotWithShape="1">
          <a:blip r:embed="rId2">
            <a:alphaModFix/>
          </a:blip>
          <a:srcRect b="0" l="0" r="0" t="0"/>
          <a:stretch/>
        </p:blipFill>
        <p:spPr>
          <a:xfrm>
            <a:off x="0" y="0"/>
            <a:ext cx="12191695" cy="6858000"/>
          </a:xfrm>
          <a:prstGeom prst="rect">
            <a:avLst/>
          </a:prstGeom>
          <a:noFill/>
          <a:ln>
            <a:noFill/>
          </a:ln>
        </p:spPr>
      </p:pic>
      <p:pic>
        <p:nvPicPr>
          <p:cNvPr descr="preencoded.png" id="12" name="Google Shape;12;p6">
            <a:hlinkClick r:id="rId3"/>
          </p:cNvPr>
          <p:cNvPicPr preferRelativeResize="0"/>
          <p:nvPr/>
        </p:nvPicPr>
        <p:blipFill rotWithShape="1">
          <a:blip r:embed="rId4">
            <a:alphaModFix/>
          </a:blip>
          <a:srcRect b="0" l="0" r="0" t="0"/>
          <a:stretch/>
        </p:blipFill>
        <p:spPr>
          <a:xfrm>
            <a:off x="11076875" y="6558991"/>
            <a:ext cx="1071843" cy="256032"/>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master 2">
  <p:cSld name="Slide master 2">
    <p:bg>
      <p:bgPr>
        <a:solidFill>
          <a:srgbClr val="1E2029"/>
        </a:solidFill>
      </p:bgPr>
    </p:bg>
    <p:spTree>
      <p:nvGrpSpPr>
        <p:cNvPr id="13" name="Shape 13"/>
        <p:cNvGrpSpPr/>
        <p:nvPr/>
      </p:nvGrpSpPr>
      <p:grpSpPr>
        <a:xfrm>
          <a:off x="0" y="0"/>
          <a:ext cx="0" cy="0"/>
          <a:chOff x="0" y="0"/>
          <a:chExt cx="0" cy="0"/>
        </a:xfrm>
      </p:grpSpPr>
      <p:pic>
        <p:nvPicPr>
          <p:cNvPr descr="preencoded.png" id="14" name="Google Shape;14;p7"/>
          <p:cNvPicPr preferRelativeResize="0"/>
          <p:nvPr/>
        </p:nvPicPr>
        <p:blipFill rotWithShape="1">
          <a:blip r:embed="rId2">
            <a:alphaModFix/>
          </a:blip>
          <a:srcRect b="0" l="0" r="0" t="0"/>
          <a:stretch/>
        </p:blipFill>
        <p:spPr>
          <a:xfrm>
            <a:off x="0" y="0"/>
            <a:ext cx="12191695" cy="6858000"/>
          </a:xfrm>
          <a:prstGeom prst="rect">
            <a:avLst/>
          </a:prstGeom>
          <a:noFill/>
          <a:ln>
            <a:noFill/>
          </a:ln>
        </p:spPr>
      </p:pic>
      <p:pic>
        <p:nvPicPr>
          <p:cNvPr descr="preencoded.png" id="15" name="Google Shape;15;p7">
            <a:hlinkClick r:id="rId3"/>
          </p:cNvPr>
          <p:cNvPicPr preferRelativeResize="0"/>
          <p:nvPr/>
        </p:nvPicPr>
        <p:blipFill rotWithShape="1">
          <a:blip r:embed="rId4">
            <a:alphaModFix/>
          </a:blip>
          <a:srcRect b="0" l="0" r="0" t="0"/>
          <a:stretch/>
        </p:blipFill>
        <p:spPr>
          <a:xfrm>
            <a:off x="11076875" y="6558991"/>
            <a:ext cx="1071843" cy="256032"/>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6" name="Shape 16"/>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3" name="Shape 23"/>
        <p:cNvGrpSpPr/>
        <p:nvPr/>
      </p:nvGrpSpPr>
      <p:grpSpPr>
        <a:xfrm>
          <a:off x="0" y="0"/>
          <a:ext cx="0" cy="0"/>
          <a:chOff x="0" y="0"/>
          <a:chExt cx="0" cy="0"/>
        </a:xfrm>
      </p:grpSpPr>
      <p:sp>
        <p:nvSpPr>
          <p:cNvPr id="24" name="Google Shape;24;h770a2e5ec28c9777_2_6"/>
          <p:cNvSpPr txBox="1"/>
          <p:nvPr>
            <p:ph idx="10" type="dt"/>
          </p:nvPr>
        </p:nvSpPr>
        <p:spPr>
          <a:xfrm>
            <a:off x="304792" y="4237567"/>
            <a:ext cx="1422362" cy="243417"/>
          </a:xfrm>
          <a:prstGeom prst="rect">
            <a:avLst/>
          </a:prstGeom>
          <a:noFill/>
          <a:ln>
            <a:noFill/>
          </a:ln>
        </p:spPr>
        <p:txBody>
          <a:bodyPr anchorCtr="0" anchor="ctr" bIns="30475" lIns="60950" spcFirstLastPara="1" rIns="60950" wrap="square" tIns="30475">
            <a:noAutofit/>
          </a:bodyPr>
          <a:lstStyle>
            <a:lvl1pPr lvl="0" algn="l">
              <a:spcBef>
                <a:spcPts val="0"/>
              </a:spcBef>
              <a:spcAft>
                <a:spcPts val="0"/>
              </a:spcAft>
              <a:buSzPts val="900"/>
              <a:buNone/>
              <a:defRPr/>
            </a:lvl1pPr>
            <a:lvl2pPr lvl="1" algn="l">
              <a:spcBef>
                <a:spcPts val="0"/>
              </a:spcBef>
              <a:spcAft>
                <a:spcPts val="0"/>
              </a:spcAft>
              <a:buSzPts val="900"/>
              <a:buNone/>
              <a:defRPr/>
            </a:lvl2pPr>
            <a:lvl3pPr lvl="2" algn="l">
              <a:spcBef>
                <a:spcPts val="0"/>
              </a:spcBef>
              <a:spcAft>
                <a:spcPts val="0"/>
              </a:spcAft>
              <a:buSzPts val="900"/>
              <a:buNone/>
              <a:defRPr/>
            </a:lvl3pPr>
            <a:lvl4pPr lvl="3" algn="l">
              <a:spcBef>
                <a:spcPts val="0"/>
              </a:spcBef>
              <a:spcAft>
                <a:spcPts val="0"/>
              </a:spcAft>
              <a:buSzPts val="900"/>
              <a:buNone/>
              <a:defRPr/>
            </a:lvl4pPr>
            <a:lvl5pPr lvl="4" algn="l">
              <a:spcBef>
                <a:spcPts val="0"/>
              </a:spcBef>
              <a:spcAft>
                <a:spcPts val="0"/>
              </a:spcAft>
              <a:buSzPts val="900"/>
              <a:buNone/>
              <a:defRPr/>
            </a:lvl5pPr>
            <a:lvl6pPr lvl="5" algn="l">
              <a:spcBef>
                <a:spcPts val="0"/>
              </a:spcBef>
              <a:spcAft>
                <a:spcPts val="0"/>
              </a:spcAft>
              <a:buSzPts val="900"/>
              <a:buNone/>
              <a:defRPr/>
            </a:lvl6pPr>
            <a:lvl7pPr lvl="6" algn="l">
              <a:spcBef>
                <a:spcPts val="0"/>
              </a:spcBef>
              <a:spcAft>
                <a:spcPts val="0"/>
              </a:spcAft>
              <a:buSzPts val="900"/>
              <a:buNone/>
              <a:defRPr/>
            </a:lvl7pPr>
            <a:lvl8pPr lvl="7" algn="l">
              <a:spcBef>
                <a:spcPts val="0"/>
              </a:spcBef>
              <a:spcAft>
                <a:spcPts val="0"/>
              </a:spcAft>
              <a:buSzPts val="900"/>
              <a:buNone/>
              <a:defRPr/>
            </a:lvl8pPr>
            <a:lvl9pPr lvl="8" algn="l">
              <a:spcBef>
                <a:spcPts val="0"/>
              </a:spcBef>
              <a:spcAft>
                <a:spcPts val="0"/>
              </a:spcAft>
              <a:buSzPts val="900"/>
              <a:buNone/>
              <a:defRPr/>
            </a:lvl9pPr>
          </a:lstStyle>
          <a:p/>
        </p:txBody>
      </p:sp>
      <p:sp>
        <p:nvSpPr>
          <p:cNvPr id="25" name="Google Shape;25;h770a2e5ec28c9777_2_6"/>
          <p:cNvSpPr txBox="1"/>
          <p:nvPr>
            <p:ph idx="11" type="ftr"/>
          </p:nvPr>
        </p:nvSpPr>
        <p:spPr>
          <a:xfrm>
            <a:off x="2082744" y="4237567"/>
            <a:ext cx="1930349" cy="243417"/>
          </a:xfrm>
          <a:prstGeom prst="rect">
            <a:avLst/>
          </a:prstGeom>
          <a:noFill/>
          <a:ln>
            <a:noFill/>
          </a:ln>
        </p:spPr>
        <p:txBody>
          <a:bodyPr anchorCtr="0" anchor="ctr" bIns="30475" lIns="60950" spcFirstLastPara="1" rIns="60950" wrap="square" tIns="30475">
            <a:noAutofit/>
          </a:bodyPr>
          <a:lstStyle>
            <a:lvl1pPr lvl="0" algn="ctr">
              <a:spcBef>
                <a:spcPts val="0"/>
              </a:spcBef>
              <a:spcAft>
                <a:spcPts val="0"/>
              </a:spcAft>
              <a:buSzPts val="900"/>
              <a:buNone/>
              <a:defRPr/>
            </a:lvl1pPr>
            <a:lvl2pPr lvl="1" algn="l">
              <a:spcBef>
                <a:spcPts val="0"/>
              </a:spcBef>
              <a:spcAft>
                <a:spcPts val="0"/>
              </a:spcAft>
              <a:buSzPts val="900"/>
              <a:buNone/>
              <a:defRPr/>
            </a:lvl2pPr>
            <a:lvl3pPr lvl="2" algn="l">
              <a:spcBef>
                <a:spcPts val="0"/>
              </a:spcBef>
              <a:spcAft>
                <a:spcPts val="0"/>
              </a:spcAft>
              <a:buSzPts val="900"/>
              <a:buNone/>
              <a:defRPr/>
            </a:lvl3pPr>
            <a:lvl4pPr lvl="3" algn="l">
              <a:spcBef>
                <a:spcPts val="0"/>
              </a:spcBef>
              <a:spcAft>
                <a:spcPts val="0"/>
              </a:spcAft>
              <a:buSzPts val="900"/>
              <a:buNone/>
              <a:defRPr/>
            </a:lvl4pPr>
            <a:lvl5pPr lvl="4" algn="l">
              <a:spcBef>
                <a:spcPts val="0"/>
              </a:spcBef>
              <a:spcAft>
                <a:spcPts val="0"/>
              </a:spcAft>
              <a:buSzPts val="900"/>
              <a:buNone/>
              <a:defRPr/>
            </a:lvl5pPr>
            <a:lvl6pPr lvl="5" algn="l">
              <a:spcBef>
                <a:spcPts val="0"/>
              </a:spcBef>
              <a:spcAft>
                <a:spcPts val="0"/>
              </a:spcAft>
              <a:buSzPts val="900"/>
              <a:buNone/>
              <a:defRPr/>
            </a:lvl6pPr>
            <a:lvl7pPr lvl="6" algn="l">
              <a:spcBef>
                <a:spcPts val="0"/>
              </a:spcBef>
              <a:spcAft>
                <a:spcPts val="0"/>
              </a:spcAft>
              <a:buSzPts val="900"/>
              <a:buNone/>
              <a:defRPr/>
            </a:lvl7pPr>
            <a:lvl8pPr lvl="7" algn="l">
              <a:spcBef>
                <a:spcPts val="0"/>
              </a:spcBef>
              <a:spcAft>
                <a:spcPts val="0"/>
              </a:spcAft>
              <a:buSzPts val="900"/>
              <a:buNone/>
              <a:defRPr/>
            </a:lvl8pPr>
            <a:lvl9pPr lvl="8" algn="l">
              <a:spcBef>
                <a:spcPts val="0"/>
              </a:spcBef>
              <a:spcAft>
                <a:spcPts val="0"/>
              </a:spcAft>
              <a:buSzPts val="900"/>
              <a:buNone/>
              <a:defRPr/>
            </a:lvl9pPr>
          </a:lstStyle>
          <a:p/>
        </p:txBody>
      </p:sp>
      <p:sp>
        <p:nvSpPr>
          <p:cNvPr id="26" name="Google Shape;26;h770a2e5ec28c9777_2_6"/>
          <p:cNvSpPr txBox="1"/>
          <p:nvPr>
            <p:ph idx="12" type="sldNum"/>
          </p:nvPr>
        </p:nvSpPr>
        <p:spPr>
          <a:xfrm>
            <a:off x="4368684" y="4237567"/>
            <a:ext cx="1422362" cy="243417"/>
          </a:xfrm>
          <a:prstGeom prst="rect">
            <a:avLst/>
          </a:prstGeom>
          <a:noFill/>
          <a:ln>
            <a:noFill/>
          </a:ln>
        </p:spPr>
        <p:txBody>
          <a:bodyPr anchorCtr="0" anchor="ctr" bIns="30475" lIns="60950" spcFirstLastPara="1" rIns="60950" wrap="square" tIns="304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7" name="Shape 27"/>
        <p:cNvGrpSpPr/>
        <p:nvPr/>
      </p:nvGrpSpPr>
      <p:grpSpPr>
        <a:xfrm>
          <a:off x="0" y="0"/>
          <a:ext cx="0" cy="0"/>
          <a:chOff x="0" y="0"/>
          <a:chExt cx="0" cy="0"/>
        </a:xfrm>
      </p:grpSpPr>
      <p:sp>
        <p:nvSpPr>
          <p:cNvPr id="28" name="Google Shape;28;h770a2e5ec28c9777_2_10"/>
          <p:cNvSpPr txBox="1"/>
          <p:nvPr>
            <p:ph type="ctrTitle"/>
          </p:nvPr>
        </p:nvSpPr>
        <p:spPr>
          <a:xfrm>
            <a:off x="457188" y="1420283"/>
            <a:ext cx="5181462" cy="980017"/>
          </a:xfrm>
          <a:prstGeom prst="rect">
            <a:avLst/>
          </a:prstGeom>
          <a:noFill/>
          <a:ln>
            <a:noFill/>
          </a:ln>
        </p:spPr>
        <p:txBody>
          <a:bodyPr anchorCtr="0" anchor="ctr" bIns="30475" lIns="60950" spcFirstLastPara="1" rIns="60950" wrap="square" tIns="30475">
            <a:normAutofit/>
          </a:bodyPr>
          <a:lstStyle>
            <a:lvl1pPr lvl="0" algn="ctr">
              <a:spcBef>
                <a:spcPts val="0"/>
              </a:spcBef>
              <a:spcAft>
                <a:spcPts val="0"/>
              </a:spcAft>
              <a:buClr>
                <a:schemeClr val="dk1"/>
              </a:buClr>
              <a:buSzPts val="1200"/>
              <a:buNone/>
              <a:defRPr/>
            </a:lvl1pPr>
            <a:lvl2pPr lvl="1">
              <a:spcBef>
                <a:spcPts val="0"/>
              </a:spcBef>
              <a:spcAft>
                <a:spcPts val="0"/>
              </a:spcAft>
              <a:buSzPts val="900"/>
              <a:buNone/>
              <a:defRPr/>
            </a:lvl2pPr>
            <a:lvl3pPr lvl="2">
              <a:spcBef>
                <a:spcPts val="0"/>
              </a:spcBef>
              <a:spcAft>
                <a:spcPts val="0"/>
              </a:spcAft>
              <a:buSzPts val="900"/>
              <a:buNone/>
              <a:defRPr/>
            </a:lvl3pPr>
            <a:lvl4pPr lvl="3">
              <a:spcBef>
                <a:spcPts val="0"/>
              </a:spcBef>
              <a:spcAft>
                <a:spcPts val="0"/>
              </a:spcAft>
              <a:buSzPts val="900"/>
              <a:buNone/>
              <a:defRPr/>
            </a:lvl4pPr>
            <a:lvl5pPr lvl="4">
              <a:spcBef>
                <a:spcPts val="0"/>
              </a:spcBef>
              <a:spcAft>
                <a:spcPts val="0"/>
              </a:spcAft>
              <a:buSzPts val="900"/>
              <a:buNone/>
              <a:defRPr/>
            </a:lvl5pPr>
            <a:lvl6pPr lvl="5">
              <a:spcBef>
                <a:spcPts val="0"/>
              </a:spcBef>
              <a:spcAft>
                <a:spcPts val="0"/>
              </a:spcAft>
              <a:buSzPts val="900"/>
              <a:buNone/>
              <a:defRPr/>
            </a:lvl6pPr>
            <a:lvl7pPr lvl="6">
              <a:spcBef>
                <a:spcPts val="0"/>
              </a:spcBef>
              <a:spcAft>
                <a:spcPts val="0"/>
              </a:spcAft>
              <a:buSzPts val="900"/>
              <a:buNone/>
              <a:defRPr/>
            </a:lvl7pPr>
            <a:lvl8pPr lvl="7">
              <a:spcBef>
                <a:spcPts val="0"/>
              </a:spcBef>
              <a:spcAft>
                <a:spcPts val="0"/>
              </a:spcAft>
              <a:buSzPts val="900"/>
              <a:buNone/>
              <a:defRPr/>
            </a:lvl8pPr>
            <a:lvl9pPr lvl="8">
              <a:spcBef>
                <a:spcPts val="0"/>
              </a:spcBef>
              <a:spcAft>
                <a:spcPts val="0"/>
              </a:spcAft>
              <a:buSzPts val="900"/>
              <a:buNone/>
              <a:defRPr/>
            </a:lvl9pPr>
          </a:lstStyle>
          <a:p/>
        </p:txBody>
      </p:sp>
      <p:sp>
        <p:nvSpPr>
          <p:cNvPr id="29" name="Google Shape;29;h770a2e5ec28c9777_2_10"/>
          <p:cNvSpPr txBox="1"/>
          <p:nvPr>
            <p:ph idx="1" type="subTitle"/>
          </p:nvPr>
        </p:nvSpPr>
        <p:spPr>
          <a:xfrm>
            <a:off x="914376" y="2590800"/>
            <a:ext cx="4267086" cy="1168400"/>
          </a:xfrm>
          <a:prstGeom prst="rect">
            <a:avLst/>
          </a:prstGeom>
          <a:noFill/>
          <a:ln>
            <a:noFill/>
          </a:ln>
        </p:spPr>
        <p:txBody>
          <a:bodyPr anchorCtr="0" anchor="t" bIns="30475" lIns="60950" spcFirstLastPara="1" rIns="60950" wrap="square" tIns="30475">
            <a:normAutofit/>
          </a:bodyPr>
          <a:lstStyle>
            <a:lvl1pPr lvl="0" algn="ctr">
              <a:spcBef>
                <a:spcPts val="400"/>
              </a:spcBef>
              <a:spcAft>
                <a:spcPts val="0"/>
              </a:spcAft>
              <a:buClr>
                <a:srgbClr val="888888"/>
              </a:buClr>
              <a:buSzPts val="2100"/>
              <a:buNone/>
              <a:defRPr>
                <a:solidFill>
                  <a:srgbClr val="888888"/>
                </a:solidFill>
              </a:defRPr>
            </a:lvl1pPr>
            <a:lvl2pPr lvl="1" algn="ctr">
              <a:spcBef>
                <a:spcPts val="400"/>
              </a:spcBef>
              <a:spcAft>
                <a:spcPts val="0"/>
              </a:spcAft>
              <a:buClr>
                <a:srgbClr val="888888"/>
              </a:buClr>
              <a:buSzPts val="1900"/>
              <a:buNone/>
              <a:defRPr>
                <a:solidFill>
                  <a:srgbClr val="888888"/>
                </a:solidFill>
              </a:defRPr>
            </a:lvl2pPr>
            <a:lvl3pPr lvl="2" algn="ctr">
              <a:spcBef>
                <a:spcPts val="300"/>
              </a:spcBef>
              <a:spcAft>
                <a:spcPts val="0"/>
              </a:spcAft>
              <a:buClr>
                <a:srgbClr val="888888"/>
              </a:buClr>
              <a:buSzPts val="1600"/>
              <a:buNone/>
              <a:defRPr>
                <a:solidFill>
                  <a:srgbClr val="888888"/>
                </a:solidFill>
              </a:defRPr>
            </a:lvl3pPr>
            <a:lvl4pPr lvl="3" algn="ctr">
              <a:spcBef>
                <a:spcPts val="300"/>
              </a:spcBef>
              <a:spcAft>
                <a:spcPts val="0"/>
              </a:spcAft>
              <a:buClr>
                <a:srgbClr val="888888"/>
              </a:buClr>
              <a:buSzPts val="1300"/>
              <a:buNone/>
              <a:defRPr>
                <a:solidFill>
                  <a:srgbClr val="888888"/>
                </a:solidFill>
              </a:defRPr>
            </a:lvl4pPr>
            <a:lvl5pPr lvl="4" algn="ctr">
              <a:spcBef>
                <a:spcPts val="300"/>
              </a:spcBef>
              <a:spcAft>
                <a:spcPts val="0"/>
              </a:spcAft>
              <a:buClr>
                <a:srgbClr val="888888"/>
              </a:buClr>
              <a:buSzPts val="1300"/>
              <a:buNone/>
              <a:defRPr>
                <a:solidFill>
                  <a:srgbClr val="888888"/>
                </a:solidFill>
              </a:defRPr>
            </a:lvl5pPr>
            <a:lvl6pPr lvl="5" algn="ctr">
              <a:spcBef>
                <a:spcPts val="300"/>
              </a:spcBef>
              <a:spcAft>
                <a:spcPts val="0"/>
              </a:spcAft>
              <a:buClr>
                <a:srgbClr val="888888"/>
              </a:buClr>
              <a:buSzPts val="1300"/>
              <a:buNone/>
              <a:defRPr>
                <a:solidFill>
                  <a:srgbClr val="888888"/>
                </a:solidFill>
              </a:defRPr>
            </a:lvl6pPr>
            <a:lvl7pPr lvl="6" algn="ctr">
              <a:spcBef>
                <a:spcPts val="300"/>
              </a:spcBef>
              <a:spcAft>
                <a:spcPts val="0"/>
              </a:spcAft>
              <a:buClr>
                <a:srgbClr val="888888"/>
              </a:buClr>
              <a:buSzPts val="1300"/>
              <a:buNone/>
              <a:defRPr>
                <a:solidFill>
                  <a:srgbClr val="888888"/>
                </a:solidFill>
              </a:defRPr>
            </a:lvl7pPr>
            <a:lvl8pPr lvl="7" algn="ctr">
              <a:spcBef>
                <a:spcPts val="300"/>
              </a:spcBef>
              <a:spcAft>
                <a:spcPts val="0"/>
              </a:spcAft>
              <a:buClr>
                <a:srgbClr val="888888"/>
              </a:buClr>
              <a:buSzPts val="1300"/>
              <a:buNone/>
              <a:defRPr>
                <a:solidFill>
                  <a:srgbClr val="888888"/>
                </a:solidFill>
              </a:defRPr>
            </a:lvl8pPr>
            <a:lvl9pPr lvl="8" algn="ctr">
              <a:spcBef>
                <a:spcPts val="300"/>
              </a:spcBef>
              <a:spcAft>
                <a:spcPts val="0"/>
              </a:spcAft>
              <a:buClr>
                <a:srgbClr val="888888"/>
              </a:buClr>
              <a:buSzPts val="1300"/>
              <a:buNone/>
              <a:defRPr>
                <a:solidFill>
                  <a:srgbClr val="888888"/>
                </a:solidFill>
              </a:defRPr>
            </a:lvl9pPr>
          </a:lstStyle>
          <a:p/>
        </p:txBody>
      </p:sp>
      <p:sp>
        <p:nvSpPr>
          <p:cNvPr id="30" name="Google Shape;30;h770a2e5ec28c9777_2_10"/>
          <p:cNvSpPr txBox="1"/>
          <p:nvPr>
            <p:ph idx="10" type="dt"/>
          </p:nvPr>
        </p:nvSpPr>
        <p:spPr>
          <a:xfrm>
            <a:off x="304792" y="4237567"/>
            <a:ext cx="1422362" cy="243417"/>
          </a:xfrm>
          <a:prstGeom prst="rect">
            <a:avLst/>
          </a:prstGeom>
          <a:noFill/>
          <a:ln>
            <a:noFill/>
          </a:ln>
        </p:spPr>
        <p:txBody>
          <a:bodyPr anchorCtr="0" anchor="ctr" bIns="30475" lIns="60950" spcFirstLastPara="1" rIns="60950" wrap="square" tIns="30475">
            <a:noAutofit/>
          </a:bodyPr>
          <a:lstStyle>
            <a:lvl1pPr lvl="0" algn="l">
              <a:spcBef>
                <a:spcPts val="0"/>
              </a:spcBef>
              <a:spcAft>
                <a:spcPts val="0"/>
              </a:spcAft>
              <a:buSzPts val="900"/>
              <a:buNone/>
              <a:defRPr/>
            </a:lvl1pPr>
            <a:lvl2pPr lvl="1" algn="l">
              <a:spcBef>
                <a:spcPts val="0"/>
              </a:spcBef>
              <a:spcAft>
                <a:spcPts val="0"/>
              </a:spcAft>
              <a:buSzPts val="900"/>
              <a:buNone/>
              <a:defRPr/>
            </a:lvl2pPr>
            <a:lvl3pPr lvl="2" algn="l">
              <a:spcBef>
                <a:spcPts val="0"/>
              </a:spcBef>
              <a:spcAft>
                <a:spcPts val="0"/>
              </a:spcAft>
              <a:buSzPts val="900"/>
              <a:buNone/>
              <a:defRPr/>
            </a:lvl3pPr>
            <a:lvl4pPr lvl="3" algn="l">
              <a:spcBef>
                <a:spcPts val="0"/>
              </a:spcBef>
              <a:spcAft>
                <a:spcPts val="0"/>
              </a:spcAft>
              <a:buSzPts val="900"/>
              <a:buNone/>
              <a:defRPr/>
            </a:lvl4pPr>
            <a:lvl5pPr lvl="4" algn="l">
              <a:spcBef>
                <a:spcPts val="0"/>
              </a:spcBef>
              <a:spcAft>
                <a:spcPts val="0"/>
              </a:spcAft>
              <a:buSzPts val="900"/>
              <a:buNone/>
              <a:defRPr/>
            </a:lvl5pPr>
            <a:lvl6pPr lvl="5" algn="l">
              <a:spcBef>
                <a:spcPts val="0"/>
              </a:spcBef>
              <a:spcAft>
                <a:spcPts val="0"/>
              </a:spcAft>
              <a:buSzPts val="900"/>
              <a:buNone/>
              <a:defRPr/>
            </a:lvl6pPr>
            <a:lvl7pPr lvl="6" algn="l">
              <a:spcBef>
                <a:spcPts val="0"/>
              </a:spcBef>
              <a:spcAft>
                <a:spcPts val="0"/>
              </a:spcAft>
              <a:buSzPts val="900"/>
              <a:buNone/>
              <a:defRPr/>
            </a:lvl7pPr>
            <a:lvl8pPr lvl="7" algn="l">
              <a:spcBef>
                <a:spcPts val="0"/>
              </a:spcBef>
              <a:spcAft>
                <a:spcPts val="0"/>
              </a:spcAft>
              <a:buSzPts val="900"/>
              <a:buNone/>
              <a:defRPr/>
            </a:lvl8pPr>
            <a:lvl9pPr lvl="8" algn="l">
              <a:spcBef>
                <a:spcPts val="0"/>
              </a:spcBef>
              <a:spcAft>
                <a:spcPts val="0"/>
              </a:spcAft>
              <a:buSzPts val="900"/>
              <a:buNone/>
              <a:defRPr/>
            </a:lvl9pPr>
          </a:lstStyle>
          <a:p/>
        </p:txBody>
      </p:sp>
      <p:sp>
        <p:nvSpPr>
          <p:cNvPr id="31" name="Google Shape;31;h770a2e5ec28c9777_2_10"/>
          <p:cNvSpPr txBox="1"/>
          <p:nvPr>
            <p:ph idx="11" type="ftr"/>
          </p:nvPr>
        </p:nvSpPr>
        <p:spPr>
          <a:xfrm>
            <a:off x="2082744" y="4237567"/>
            <a:ext cx="1930349" cy="243417"/>
          </a:xfrm>
          <a:prstGeom prst="rect">
            <a:avLst/>
          </a:prstGeom>
          <a:noFill/>
          <a:ln>
            <a:noFill/>
          </a:ln>
        </p:spPr>
        <p:txBody>
          <a:bodyPr anchorCtr="0" anchor="ctr" bIns="30475" lIns="60950" spcFirstLastPara="1" rIns="60950" wrap="square" tIns="30475">
            <a:noAutofit/>
          </a:bodyPr>
          <a:lstStyle>
            <a:lvl1pPr lvl="0" algn="ctr">
              <a:spcBef>
                <a:spcPts val="0"/>
              </a:spcBef>
              <a:spcAft>
                <a:spcPts val="0"/>
              </a:spcAft>
              <a:buSzPts val="900"/>
              <a:buNone/>
              <a:defRPr/>
            </a:lvl1pPr>
            <a:lvl2pPr lvl="1" algn="l">
              <a:spcBef>
                <a:spcPts val="0"/>
              </a:spcBef>
              <a:spcAft>
                <a:spcPts val="0"/>
              </a:spcAft>
              <a:buSzPts val="900"/>
              <a:buNone/>
              <a:defRPr/>
            </a:lvl2pPr>
            <a:lvl3pPr lvl="2" algn="l">
              <a:spcBef>
                <a:spcPts val="0"/>
              </a:spcBef>
              <a:spcAft>
                <a:spcPts val="0"/>
              </a:spcAft>
              <a:buSzPts val="900"/>
              <a:buNone/>
              <a:defRPr/>
            </a:lvl3pPr>
            <a:lvl4pPr lvl="3" algn="l">
              <a:spcBef>
                <a:spcPts val="0"/>
              </a:spcBef>
              <a:spcAft>
                <a:spcPts val="0"/>
              </a:spcAft>
              <a:buSzPts val="900"/>
              <a:buNone/>
              <a:defRPr/>
            </a:lvl4pPr>
            <a:lvl5pPr lvl="4" algn="l">
              <a:spcBef>
                <a:spcPts val="0"/>
              </a:spcBef>
              <a:spcAft>
                <a:spcPts val="0"/>
              </a:spcAft>
              <a:buSzPts val="900"/>
              <a:buNone/>
              <a:defRPr/>
            </a:lvl5pPr>
            <a:lvl6pPr lvl="5" algn="l">
              <a:spcBef>
                <a:spcPts val="0"/>
              </a:spcBef>
              <a:spcAft>
                <a:spcPts val="0"/>
              </a:spcAft>
              <a:buSzPts val="900"/>
              <a:buNone/>
              <a:defRPr/>
            </a:lvl6pPr>
            <a:lvl7pPr lvl="6" algn="l">
              <a:spcBef>
                <a:spcPts val="0"/>
              </a:spcBef>
              <a:spcAft>
                <a:spcPts val="0"/>
              </a:spcAft>
              <a:buSzPts val="900"/>
              <a:buNone/>
              <a:defRPr/>
            </a:lvl7pPr>
            <a:lvl8pPr lvl="7" algn="l">
              <a:spcBef>
                <a:spcPts val="0"/>
              </a:spcBef>
              <a:spcAft>
                <a:spcPts val="0"/>
              </a:spcAft>
              <a:buSzPts val="900"/>
              <a:buNone/>
              <a:defRPr/>
            </a:lvl8pPr>
            <a:lvl9pPr lvl="8" algn="l">
              <a:spcBef>
                <a:spcPts val="0"/>
              </a:spcBef>
              <a:spcAft>
                <a:spcPts val="0"/>
              </a:spcAft>
              <a:buSzPts val="900"/>
              <a:buNone/>
              <a:defRPr/>
            </a:lvl9pPr>
          </a:lstStyle>
          <a:p/>
        </p:txBody>
      </p:sp>
      <p:sp>
        <p:nvSpPr>
          <p:cNvPr id="32" name="Google Shape;32;h770a2e5ec28c9777_2_10"/>
          <p:cNvSpPr txBox="1"/>
          <p:nvPr>
            <p:ph idx="12" type="sldNum"/>
          </p:nvPr>
        </p:nvSpPr>
        <p:spPr>
          <a:xfrm>
            <a:off x="4368684" y="4237567"/>
            <a:ext cx="1422362" cy="243417"/>
          </a:xfrm>
          <a:prstGeom prst="rect">
            <a:avLst/>
          </a:prstGeom>
          <a:noFill/>
          <a:ln>
            <a:noFill/>
          </a:ln>
        </p:spPr>
        <p:txBody>
          <a:bodyPr anchorCtr="0" anchor="ctr" bIns="30475" lIns="60950" spcFirstLastPara="1" rIns="60950" wrap="square" tIns="304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33" name="Shape 33"/>
        <p:cNvGrpSpPr/>
        <p:nvPr/>
      </p:nvGrpSpPr>
      <p:grpSpPr>
        <a:xfrm>
          <a:off x="0" y="0"/>
          <a:ext cx="0" cy="0"/>
          <a:chOff x="0" y="0"/>
          <a:chExt cx="0" cy="0"/>
        </a:xfrm>
      </p:grpSpPr>
      <p:sp>
        <p:nvSpPr>
          <p:cNvPr id="34" name="Google Shape;34;h770a2e5ec28c9777_2_16"/>
          <p:cNvSpPr txBox="1"/>
          <p:nvPr>
            <p:ph type="title"/>
          </p:nvPr>
        </p:nvSpPr>
        <p:spPr>
          <a:xfrm>
            <a:off x="304792" y="183092"/>
            <a:ext cx="5486254" cy="762000"/>
          </a:xfrm>
          <a:prstGeom prst="rect">
            <a:avLst/>
          </a:prstGeom>
          <a:noFill/>
          <a:ln>
            <a:noFill/>
          </a:ln>
        </p:spPr>
        <p:txBody>
          <a:bodyPr anchorCtr="0" anchor="ctr" bIns="30475" lIns="60950" spcFirstLastPara="1" rIns="60950" wrap="square" tIns="30475">
            <a:normAutofit/>
          </a:bodyPr>
          <a:lstStyle>
            <a:lvl1pPr lvl="0" algn="ctr">
              <a:spcBef>
                <a:spcPts val="0"/>
              </a:spcBef>
              <a:spcAft>
                <a:spcPts val="0"/>
              </a:spcAft>
              <a:buClr>
                <a:schemeClr val="dk1"/>
              </a:buClr>
              <a:buSzPts val="1200"/>
              <a:buNone/>
              <a:defRPr/>
            </a:lvl1pPr>
            <a:lvl2pPr lvl="1">
              <a:spcBef>
                <a:spcPts val="0"/>
              </a:spcBef>
              <a:spcAft>
                <a:spcPts val="0"/>
              </a:spcAft>
              <a:buSzPts val="900"/>
              <a:buNone/>
              <a:defRPr/>
            </a:lvl2pPr>
            <a:lvl3pPr lvl="2">
              <a:spcBef>
                <a:spcPts val="0"/>
              </a:spcBef>
              <a:spcAft>
                <a:spcPts val="0"/>
              </a:spcAft>
              <a:buSzPts val="900"/>
              <a:buNone/>
              <a:defRPr/>
            </a:lvl3pPr>
            <a:lvl4pPr lvl="3">
              <a:spcBef>
                <a:spcPts val="0"/>
              </a:spcBef>
              <a:spcAft>
                <a:spcPts val="0"/>
              </a:spcAft>
              <a:buSzPts val="900"/>
              <a:buNone/>
              <a:defRPr/>
            </a:lvl4pPr>
            <a:lvl5pPr lvl="4">
              <a:spcBef>
                <a:spcPts val="0"/>
              </a:spcBef>
              <a:spcAft>
                <a:spcPts val="0"/>
              </a:spcAft>
              <a:buSzPts val="900"/>
              <a:buNone/>
              <a:defRPr/>
            </a:lvl5pPr>
            <a:lvl6pPr lvl="5">
              <a:spcBef>
                <a:spcPts val="0"/>
              </a:spcBef>
              <a:spcAft>
                <a:spcPts val="0"/>
              </a:spcAft>
              <a:buSzPts val="900"/>
              <a:buNone/>
              <a:defRPr/>
            </a:lvl6pPr>
            <a:lvl7pPr lvl="6">
              <a:spcBef>
                <a:spcPts val="0"/>
              </a:spcBef>
              <a:spcAft>
                <a:spcPts val="0"/>
              </a:spcAft>
              <a:buSzPts val="900"/>
              <a:buNone/>
              <a:defRPr/>
            </a:lvl7pPr>
            <a:lvl8pPr lvl="7">
              <a:spcBef>
                <a:spcPts val="0"/>
              </a:spcBef>
              <a:spcAft>
                <a:spcPts val="0"/>
              </a:spcAft>
              <a:buSzPts val="900"/>
              <a:buNone/>
              <a:defRPr/>
            </a:lvl8pPr>
            <a:lvl9pPr lvl="8">
              <a:spcBef>
                <a:spcPts val="0"/>
              </a:spcBef>
              <a:spcAft>
                <a:spcPts val="0"/>
              </a:spcAft>
              <a:buSzPts val="900"/>
              <a:buNone/>
              <a:defRPr/>
            </a:lvl9pPr>
          </a:lstStyle>
          <a:p/>
        </p:txBody>
      </p:sp>
      <p:sp>
        <p:nvSpPr>
          <p:cNvPr id="35" name="Google Shape;35;h770a2e5ec28c9777_2_16"/>
          <p:cNvSpPr txBox="1"/>
          <p:nvPr>
            <p:ph idx="1" type="body"/>
          </p:nvPr>
        </p:nvSpPr>
        <p:spPr>
          <a:xfrm>
            <a:off x="304792" y="1066800"/>
            <a:ext cx="5486254" cy="3017309"/>
          </a:xfrm>
          <a:prstGeom prst="rect">
            <a:avLst/>
          </a:prstGeom>
          <a:noFill/>
          <a:ln>
            <a:noFill/>
          </a:ln>
        </p:spPr>
        <p:txBody>
          <a:bodyPr anchorCtr="0" anchor="t" bIns="30475" lIns="60950" spcFirstLastPara="1" rIns="60950" wrap="square" tIns="30475">
            <a:normAutofit/>
          </a:bodyPr>
          <a:lstStyle>
            <a:lvl1pPr indent="-304800" lvl="0" marL="457200" algn="l">
              <a:spcBef>
                <a:spcPts val="200"/>
              </a:spcBef>
              <a:spcAft>
                <a:spcPts val="0"/>
              </a:spcAft>
              <a:buClr>
                <a:schemeClr val="dk1"/>
              </a:buClr>
              <a:buSzPts val="1200"/>
              <a:buChar char="•"/>
              <a:defRPr/>
            </a:lvl1pPr>
            <a:lvl2pPr indent="-304800" lvl="1" marL="914400" algn="l">
              <a:spcBef>
                <a:spcPts val="200"/>
              </a:spcBef>
              <a:spcAft>
                <a:spcPts val="0"/>
              </a:spcAft>
              <a:buClr>
                <a:schemeClr val="dk1"/>
              </a:buClr>
              <a:buSzPts val="1200"/>
              <a:buChar char="–"/>
              <a:defRPr/>
            </a:lvl2pPr>
            <a:lvl3pPr indent="-304800" lvl="2" marL="1371600" algn="l">
              <a:spcBef>
                <a:spcPts val="200"/>
              </a:spcBef>
              <a:spcAft>
                <a:spcPts val="0"/>
              </a:spcAft>
              <a:buClr>
                <a:schemeClr val="dk1"/>
              </a:buClr>
              <a:buSzPts val="1200"/>
              <a:buChar char="•"/>
              <a:defRPr/>
            </a:lvl3pPr>
            <a:lvl4pPr indent="-304800" lvl="3" marL="1828800" algn="l">
              <a:spcBef>
                <a:spcPts val="200"/>
              </a:spcBef>
              <a:spcAft>
                <a:spcPts val="0"/>
              </a:spcAft>
              <a:buClr>
                <a:schemeClr val="dk1"/>
              </a:buClr>
              <a:buSzPts val="1200"/>
              <a:buChar char="–"/>
              <a:defRPr/>
            </a:lvl4pPr>
            <a:lvl5pPr indent="-304800" lvl="4" marL="2286000" algn="l">
              <a:spcBef>
                <a:spcPts val="200"/>
              </a:spcBef>
              <a:spcAft>
                <a:spcPts val="0"/>
              </a:spcAft>
              <a:buClr>
                <a:schemeClr val="dk1"/>
              </a:buClr>
              <a:buSzPts val="1200"/>
              <a:buChar char="»"/>
              <a:defRPr/>
            </a:lvl5pPr>
            <a:lvl6pPr indent="-304800" lvl="5" marL="2743200" algn="l">
              <a:spcBef>
                <a:spcPts val="200"/>
              </a:spcBef>
              <a:spcAft>
                <a:spcPts val="0"/>
              </a:spcAft>
              <a:buClr>
                <a:schemeClr val="dk1"/>
              </a:buClr>
              <a:buSzPts val="1200"/>
              <a:buChar char="•"/>
              <a:defRPr/>
            </a:lvl6pPr>
            <a:lvl7pPr indent="-304800" lvl="6" marL="3200400" algn="l">
              <a:spcBef>
                <a:spcPts val="200"/>
              </a:spcBef>
              <a:spcAft>
                <a:spcPts val="0"/>
              </a:spcAft>
              <a:buClr>
                <a:schemeClr val="dk1"/>
              </a:buClr>
              <a:buSzPts val="1200"/>
              <a:buChar char="•"/>
              <a:defRPr/>
            </a:lvl7pPr>
            <a:lvl8pPr indent="-304800" lvl="7" marL="3657600" algn="l">
              <a:spcBef>
                <a:spcPts val="200"/>
              </a:spcBef>
              <a:spcAft>
                <a:spcPts val="0"/>
              </a:spcAft>
              <a:buClr>
                <a:schemeClr val="dk1"/>
              </a:buClr>
              <a:buSzPts val="1200"/>
              <a:buChar char="•"/>
              <a:defRPr/>
            </a:lvl8pPr>
            <a:lvl9pPr indent="-304800" lvl="8" marL="4114800" algn="l">
              <a:spcBef>
                <a:spcPts val="200"/>
              </a:spcBef>
              <a:spcAft>
                <a:spcPts val="0"/>
              </a:spcAft>
              <a:buClr>
                <a:schemeClr val="dk1"/>
              </a:buClr>
              <a:buSzPts val="1200"/>
              <a:buChar char="•"/>
              <a:defRPr/>
            </a:lvl9pPr>
          </a:lstStyle>
          <a:p/>
        </p:txBody>
      </p:sp>
      <p:sp>
        <p:nvSpPr>
          <p:cNvPr id="36" name="Google Shape;36;h770a2e5ec28c9777_2_16"/>
          <p:cNvSpPr txBox="1"/>
          <p:nvPr>
            <p:ph idx="10" type="dt"/>
          </p:nvPr>
        </p:nvSpPr>
        <p:spPr>
          <a:xfrm>
            <a:off x="304792" y="4237567"/>
            <a:ext cx="1422362" cy="243417"/>
          </a:xfrm>
          <a:prstGeom prst="rect">
            <a:avLst/>
          </a:prstGeom>
          <a:noFill/>
          <a:ln>
            <a:noFill/>
          </a:ln>
        </p:spPr>
        <p:txBody>
          <a:bodyPr anchorCtr="0" anchor="ctr" bIns="30475" lIns="60950" spcFirstLastPara="1" rIns="60950" wrap="square" tIns="30475">
            <a:noAutofit/>
          </a:bodyPr>
          <a:lstStyle>
            <a:lvl1pPr lvl="0" algn="l">
              <a:spcBef>
                <a:spcPts val="0"/>
              </a:spcBef>
              <a:spcAft>
                <a:spcPts val="0"/>
              </a:spcAft>
              <a:buSzPts val="900"/>
              <a:buNone/>
              <a:defRPr/>
            </a:lvl1pPr>
            <a:lvl2pPr lvl="1" algn="l">
              <a:spcBef>
                <a:spcPts val="0"/>
              </a:spcBef>
              <a:spcAft>
                <a:spcPts val="0"/>
              </a:spcAft>
              <a:buSzPts val="900"/>
              <a:buNone/>
              <a:defRPr/>
            </a:lvl2pPr>
            <a:lvl3pPr lvl="2" algn="l">
              <a:spcBef>
                <a:spcPts val="0"/>
              </a:spcBef>
              <a:spcAft>
                <a:spcPts val="0"/>
              </a:spcAft>
              <a:buSzPts val="900"/>
              <a:buNone/>
              <a:defRPr/>
            </a:lvl3pPr>
            <a:lvl4pPr lvl="3" algn="l">
              <a:spcBef>
                <a:spcPts val="0"/>
              </a:spcBef>
              <a:spcAft>
                <a:spcPts val="0"/>
              </a:spcAft>
              <a:buSzPts val="900"/>
              <a:buNone/>
              <a:defRPr/>
            </a:lvl4pPr>
            <a:lvl5pPr lvl="4" algn="l">
              <a:spcBef>
                <a:spcPts val="0"/>
              </a:spcBef>
              <a:spcAft>
                <a:spcPts val="0"/>
              </a:spcAft>
              <a:buSzPts val="900"/>
              <a:buNone/>
              <a:defRPr/>
            </a:lvl5pPr>
            <a:lvl6pPr lvl="5" algn="l">
              <a:spcBef>
                <a:spcPts val="0"/>
              </a:spcBef>
              <a:spcAft>
                <a:spcPts val="0"/>
              </a:spcAft>
              <a:buSzPts val="900"/>
              <a:buNone/>
              <a:defRPr/>
            </a:lvl6pPr>
            <a:lvl7pPr lvl="6" algn="l">
              <a:spcBef>
                <a:spcPts val="0"/>
              </a:spcBef>
              <a:spcAft>
                <a:spcPts val="0"/>
              </a:spcAft>
              <a:buSzPts val="900"/>
              <a:buNone/>
              <a:defRPr/>
            </a:lvl7pPr>
            <a:lvl8pPr lvl="7" algn="l">
              <a:spcBef>
                <a:spcPts val="0"/>
              </a:spcBef>
              <a:spcAft>
                <a:spcPts val="0"/>
              </a:spcAft>
              <a:buSzPts val="900"/>
              <a:buNone/>
              <a:defRPr/>
            </a:lvl8pPr>
            <a:lvl9pPr lvl="8" algn="l">
              <a:spcBef>
                <a:spcPts val="0"/>
              </a:spcBef>
              <a:spcAft>
                <a:spcPts val="0"/>
              </a:spcAft>
              <a:buSzPts val="900"/>
              <a:buNone/>
              <a:defRPr/>
            </a:lvl9pPr>
          </a:lstStyle>
          <a:p/>
        </p:txBody>
      </p:sp>
      <p:sp>
        <p:nvSpPr>
          <p:cNvPr id="37" name="Google Shape;37;h770a2e5ec28c9777_2_16"/>
          <p:cNvSpPr txBox="1"/>
          <p:nvPr>
            <p:ph idx="11" type="ftr"/>
          </p:nvPr>
        </p:nvSpPr>
        <p:spPr>
          <a:xfrm>
            <a:off x="2082744" y="4237567"/>
            <a:ext cx="1930349" cy="243417"/>
          </a:xfrm>
          <a:prstGeom prst="rect">
            <a:avLst/>
          </a:prstGeom>
          <a:noFill/>
          <a:ln>
            <a:noFill/>
          </a:ln>
        </p:spPr>
        <p:txBody>
          <a:bodyPr anchorCtr="0" anchor="ctr" bIns="30475" lIns="60950" spcFirstLastPara="1" rIns="60950" wrap="square" tIns="30475">
            <a:noAutofit/>
          </a:bodyPr>
          <a:lstStyle>
            <a:lvl1pPr lvl="0" algn="ctr">
              <a:spcBef>
                <a:spcPts val="0"/>
              </a:spcBef>
              <a:spcAft>
                <a:spcPts val="0"/>
              </a:spcAft>
              <a:buSzPts val="900"/>
              <a:buNone/>
              <a:defRPr/>
            </a:lvl1pPr>
            <a:lvl2pPr lvl="1" algn="l">
              <a:spcBef>
                <a:spcPts val="0"/>
              </a:spcBef>
              <a:spcAft>
                <a:spcPts val="0"/>
              </a:spcAft>
              <a:buSzPts val="900"/>
              <a:buNone/>
              <a:defRPr/>
            </a:lvl2pPr>
            <a:lvl3pPr lvl="2" algn="l">
              <a:spcBef>
                <a:spcPts val="0"/>
              </a:spcBef>
              <a:spcAft>
                <a:spcPts val="0"/>
              </a:spcAft>
              <a:buSzPts val="900"/>
              <a:buNone/>
              <a:defRPr/>
            </a:lvl3pPr>
            <a:lvl4pPr lvl="3" algn="l">
              <a:spcBef>
                <a:spcPts val="0"/>
              </a:spcBef>
              <a:spcAft>
                <a:spcPts val="0"/>
              </a:spcAft>
              <a:buSzPts val="900"/>
              <a:buNone/>
              <a:defRPr/>
            </a:lvl4pPr>
            <a:lvl5pPr lvl="4" algn="l">
              <a:spcBef>
                <a:spcPts val="0"/>
              </a:spcBef>
              <a:spcAft>
                <a:spcPts val="0"/>
              </a:spcAft>
              <a:buSzPts val="900"/>
              <a:buNone/>
              <a:defRPr/>
            </a:lvl5pPr>
            <a:lvl6pPr lvl="5" algn="l">
              <a:spcBef>
                <a:spcPts val="0"/>
              </a:spcBef>
              <a:spcAft>
                <a:spcPts val="0"/>
              </a:spcAft>
              <a:buSzPts val="900"/>
              <a:buNone/>
              <a:defRPr/>
            </a:lvl6pPr>
            <a:lvl7pPr lvl="6" algn="l">
              <a:spcBef>
                <a:spcPts val="0"/>
              </a:spcBef>
              <a:spcAft>
                <a:spcPts val="0"/>
              </a:spcAft>
              <a:buSzPts val="900"/>
              <a:buNone/>
              <a:defRPr/>
            </a:lvl7pPr>
            <a:lvl8pPr lvl="7" algn="l">
              <a:spcBef>
                <a:spcPts val="0"/>
              </a:spcBef>
              <a:spcAft>
                <a:spcPts val="0"/>
              </a:spcAft>
              <a:buSzPts val="900"/>
              <a:buNone/>
              <a:defRPr/>
            </a:lvl8pPr>
            <a:lvl9pPr lvl="8" algn="l">
              <a:spcBef>
                <a:spcPts val="0"/>
              </a:spcBef>
              <a:spcAft>
                <a:spcPts val="0"/>
              </a:spcAft>
              <a:buSzPts val="900"/>
              <a:buNone/>
              <a:defRPr/>
            </a:lvl9pPr>
          </a:lstStyle>
          <a:p/>
        </p:txBody>
      </p:sp>
      <p:sp>
        <p:nvSpPr>
          <p:cNvPr id="38" name="Google Shape;38;h770a2e5ec28c9777_2_16"/>
          <p:cNvSpPr txBox="1"/>
          <p:nvPr>
            <p:ph idx="12" type="sldNum"/>
          </p:nvPr>
        </p:nvSpPr>
        <p:spPr>
          <a:xfrm>
            <a:off x="4368684" y="4237567"/>
            <a:ext cx="1422362" cy="243417"/>
          </a:xfrm>
          <a:prstGeom prst="rect">
            <a:avLst/>
          </a:prstGeom>
          <a:noFill/>
          <a:ln>
            <a:noFill/>
          </a:ln>
        </p:spPr>
        <p:txBody>
          <a:bodyPr anchorCtr="0" anchor="ctr" bIns="30475" lIns="60950" spcFirstLastPara="1" rIns="60950" wrap="square" tIns="304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9" name="Shape 39"/>
        <p:cNvGrpSpPr/>
        <p:nvPr/>
      </p:nvGrpSpPr>
      <p:grpSpPr>
        <a:xfrm>
          <a:off x="0" y="0"/>
          <a:ext cx="0" cy="0"/>
          <a:chOff x="0" y="0"/>
          <a:chExt cx="0" cy="0"/>
        </a:xfrm>
      </p:grpSpPr>
      <p:sp>
        <p:nvSpPr>
          <p:cNvPr id="40" name="Google Shape;40;h770a2e5ec28c9777_2_22"/>
          <p:cNvSpPr txBox="1"/>
          <p:nvPr>
            <p:ph type="title"/>
          </p:nvPr>
        </p:nvSpPr>
        <p:spPr>
          <a:xfrm>
            <a:off x="481529" y="2937933"/>
            <a:ext cx="5181462" cy="908050"/>
          </a:xfrm>
          <a:prstGeom prst="rect">
            <a:avLst/>
          </a:prstGeom>
          <a:noFill/>
          <a:ln>
            <a:noFill/>
          </a:ln>
        </p:spPr>
        <p:txBody>
          <a:bodyPr anchorCtr="0" anchor="t" bIns="30475" lIns="60950" spcFirstLastPara="1" rIns="60950" wrap="square" tIns="30475">
            <a:normAutofit/>
          </a:bodyPr>
          <a:lstStyle>
            <a:lvl1pPr lvl="0" algn="l">
              <a:spcBef>
                <a:spcPts val="0"/>
              </a:spcBef>
              <a:spcAft>
                <a:spcPts val="0"/>
              </a:spcAft>
              <a:buClr>
                <a:schemeClr val="dk1"/>
              </a:buClr>
              <a:buSzPts val="2700"/>
              <a:buFont typeface="Calibri"/>
              <a:buNone/>
              <a:defRPr b="1" sz="2700" cap="none"/>
            </a:lvl1pPr>
            <a:lvl2pPr lvl="1">
              <a:spcBef>
                <a:spcPts val="0"/>
              </a:spcBef>
              <a:spcAft>
                <a:spcPts val="0"/>
              </a:spcAft>
              <a:buSzPts val="900"/>
              <a:buNone/>
              <a:defRPr/>
            </a:lvl2pPr>
            <a:lvl3pPr lvl="2">
              <a:spcBef>
                <a:spcPts val="0"/>
              </a:spcBef>
              <a:spcAft>
                <a:spcPts val="0"/>
              </a:spcAft>
              <a:buSzPts val="900"/>
              <a:buNone/>
              <a:defRPr/>
            </a:lvl3pPr>
            <a:lvl4pPr lvl="3">
              <a:spcBef>
                <a:spcPts val="0"/>
              </a:spcBef>
              <a:spcAft>
                <a:spcPts val="0"/>
              </a:spcAft>
              <a:buSzPts val="900"/>
              <a:buNone/>
              <a:defRPr/>
            </a:lvl4pPr>
            <a:lvl5pPr lvl="4">
              <a:spcBef>
                <a:spcPts val="0"/>
              </a:spcBef>
              <a:spcAft>
                <a:spcPts val="0"/>
              </a:spcAft>
              <a:buSzPts val="900"/>
              <a:buNone/>
              <a:defRPr/>
            </a:lvl5pPr>
            <a:lvl6pPr lvl="5">
              <a:spcBef>
                <a:spcPts val="0"/>
              </a:spcBef>
              <a:spcAft>
                <a:spcPts val="0"/>
              </a:spcAft>
              <a:buSzPts val="900"/>
              <a:buNone/>
              <a:defRPr/>
            </a:lvl6pPr>
            <a:lvl7pPr lvl="6">
              <a:spcBef>
                <a:spcPts val="0"/>
              </a:spcBef>
              <a:spcAft>
                <a:spcPts val="0"/>
              </a:spcAft>
              <a:buSzPts val="900"/>
              <a:buNone/>
              <a:defRPr/>
            </a:lvl7pPr>
            <a:lvl8pPr lvl="7">
              <a:spcBef>
                <a:spcPts val="0"/>
              </a:spcBef>
              <a:spcAft>
                <a:spcPts val="0"/>
              </a:spcAft>
              <a:buSzPts val="900"/>
              <a:buNone/>
              <a:defRPr/>
            </a:lvl8pPr>
            <a:lvl9pPr lvl="8">
              <a:spcBef>
                <a:spcPts val="0"/>
              </a:spcBef>
              <a:spcAft>
                <a:spcPts val="0"/>
              </a:spcAft>
              <a:buSzPts val="900"/>
              <a:buNone/>
              <a:defRPr/>
            </a:lvl9pPr>
          </a:lstStyle>
          <a:p/>
        </p:txBody>
      </p:sp>
      <p:sp>
        <p:nvSpPr>
          <p:cNvPr id="41" name="Google Shape;41;h770a2e5ec28c9777_2_22"/>
          <p:cNvSpPr txBox="1"/>
          <p:nvPr>
            <p:ph idx="1" type="body"/>
          </p:nvPr>
        </p:nvSpPr>
        <p:spPr>
          <a:xfrm>
            <a:off x="481529" y="1937809"/>
            <a:ext cx="5181462" cy="1000125"/>
          </a:xfrm>
          <a:prstGeom prst="rect">
            <a:avLst/>
          </a:prstGeom>
          <a:noFill/>
          <a:ln>
            <a:noFill/>
          </a:ln>
        </p:spPr>
        <p:txBody>
          <a:bodyPr anchorCtr="0" anchor="b" bIns="30475" lIns="60950" spcFirstLastPara="1" rIns="60950" wrap="square" tIns="30475">
            <a:normAutofit/>
          </a:bodyPr>
          <a:lstStyle>
            <a:lvl1pPr indent="-228600" lvl="0" marL="457200" algn="l">
              <a:spcBef>
                <a:spcPts val="300"/>
              </a:spcBef>
              <a:spcAft>
                <a:spcPts val="0"/>
              </a:spcAft>
              <a:buClr>
                <a:srgbClr val="888888"/>
              </a:buClr>
              <a:buSzPts val="1300"/>
              <a:buNone/>
              <a:defRPr sz="1300">
                <a:solidFill>
                  <a:srgbClr val="888888"/>
                </a:solidFill>
              </a:defRPr>
            </a:lvl1pPr>
            <a:lvl2pPr indent="-228600" lvl="1" marL="914400" algn="l">
              <a:spcBef>
                <a:spcPts val="200"/>
              </a:spcBef>
              <a:spcAft>
                <a:spcPts val="0"/>
              </a:spcAft>
              <a:buClr>
                <a:srgbClr val="888888"/>
              </a:buClr>
              <a:buSzPts val="1200"/>
              <a:buNone/>
              <a:defRPr sz="1200">
                <a:solidFill>
                  <a:srgbClr val="888888"/>
                </a:solidFill>
              </a:defRPr>
            </a:lvl2pPr>
            <a:lvl3pPr indent="-228600" lvl="2" marL="1371600" algn="l">
              <a:spcBef>
                <a:spcPts val="200"/>
              </a:spcBef>
              <a:spcAft>
                <a:spcPts val="0"/>
              </a:spcAft>
              <a:buClr>
                <a:srgbClr val="888888"/>
              </a:buClr>
              <a:buSzPts val="1100"/>
              <a:buNone/>
              <a:defRPr sz="1100">
                <a:solidFill>
                  <a:srgbClr val="888888"/>
                </a:solidFill>
              </a:defRPr>
            </a:lvl3pPr>
            <a:lvl4pPr indent="-228600" lvl="3" marL="1828800" algn="l">
              <a:spcBef>
                <a:spcPts val="200"/>
              </a:spcBef>
              <a:spcAft>
                <a:spcPts val="0"/>
              </a:spcAft>
              <a:buClr>
                <a:srgbClr val="888888"/>
              </a:buClr>
              <a:buSzPts val="900"/>
              <a:buNone/>
              <a:defRPr sz="900">
                <a:solidFill>
                  <a:srgbClr val="888888"/>
                </a:solidFill>
              </a:defRPr>
            </a:lvl4pPr>
            <a:lvl5pPr indent="-228600" lvl="4" marL="2286000" algn="l">
              <a:spcBef>
                <a:spcPts val="200"/>
              </a:spcBef>
              <a:spcAft>
                <a:spcPts val="0"/>
              </a:spcAft>
              <a:buClr>
                <a:srgbClr val="888888"/>
              </a:buClr>
              <a:buSzPts val="900"/>
              <a:buNone/>
              <a:defRPr sz="900">
                <a:solidFill>
                  <a:srgbClr val="888888"/>
                </a:solidFill>
              </a:defRPr>
            </a:lvl5pPr>
            <a:lvl6pPr indent="-228600" lvl="5" marL="2743200" algn="l">
              <a:spcBef>
                <a:spcPts val="200"/>
              </a:spcBef>
              <a:spcAft>
                <a:spcPts val="0"/>
              </a:spcAft>
              <a:buClr>
                <a:srgbClr val="888888"/>
              </a:buClr>
              <a:buSzPts val="900"/>
              <a:buNone/>
              <a:defRPr sz="900">
                <a:solidFill>
                  <a:srgbClr val="888888"/>
                </a:solidFill>
              </a:defRPr>
            </a:lvl6pPr>
            <a:lvl7pPr indent="-228600" lvl="6" marL="3200400" algn="l">
              <a:spcBef>
                <a:spcPts val="200"/>
              </a:spcBef>
              <a:spcAft>
                <a:spcPts val="0"/>
              </a:spcAft>
              <a:buClr>
                <a:srgbClr val="888888"/>
              </a:buClr>
              <a:buSzPts val="900"/>
              <a:buNone/>
              <a:defRPr sz="900">
                <a:solidFill>
                  <a:srgbClr val="888888"/>
                </a:solidFill>
              </a:defRPr>
            </a:lvl7pPr>
            <a:lvl8pPr indent="-228600" lvl="7" marL="3657600" algn="l">
              <a:spcBef>
                <a:spcPts val="200"/>
              </a:spcBef>
              <a:spcAft>
                <a:spcPts val="0"/>
              </a:spcAft>
              <a:buClr>
                <a:srgbClr val="888888"/>
              </a:buClr>
              <a:buSzPts val="900"/>
              <a:buNone/>
              <a:defRPr sz="900">
                <a:solidFill>
                  <a:srgbClr val="888888"/>
                </a:solidFill>
              </a:defRPr>
            </a:lvl8pPr>
            <a:lvl9pPr indent="-228600" lvl="8" marL="4114800" algn="l">
              <a:spcBef>
                <a:spcPts val="200"/>
              </a:spcBef>
              <a:spcAft>
                <a:spcPts val="0"/>
              </a:spcAft>
              <a:buClr>
                <a:srgbClr val="888888"/>
              </a:buClr>
              <a:buSzPts val="900"/>
              <a:buNone/>
              <a:defRPr sz="900">
                <a:solidFill>
                  <a:srgbClr val="888888"/>
                </a:solidFill>
              </a:defRPr>
            </a:lvl9pPr>
          </a:lstStyle>
          <a:p/>
        </p:txBody>
      </p:sp>
      <p:sp>
        <p:nvSpPr>
          <p:cNvPr id="42" name="Google Shape;42;h770a2e5ec28c9777_2_22"/>
          <p:cNvSpPr txBox="1"/>
          <p:nvPr>
            <p:ph idx="10" type="dt"/>
          </p:nvPr>
        </p:nvSpPr>
        <p:spPr>
          <a:xfrm>
            <a:off x="304792" y="4237567"/>
            <a:ext cx="1422362" cy="243417"/>
          </a:xfrm>
          <a:prstGeom prst="rect">
            <a:avLst/>
          </a:prstGeom>
          <a:noFill/>
          <a:ln>
            <a:noFill/>
          </a:ln>
        </p:spPr>
        <p:txBody>
          <a:bodyPr anchorCtr="0" anchor="ctr" bIns="30475" lIns="60950" spcFirstLastPara="1" rIns="60950" wrap="square" tIns="30475">
            <a:noAutofit/>
          </a:bodyPr>
          <a:lstStyle>
            <a:lvl1pPr lvl="0" algn="l">
              <a:spcBef>
                <a:spcPts val="0"/>
              </a:spcBef>
              <a:spcAft>
                <a:spcPts val="0"/>
              </a:spcAft>
              <a:buSzPts val="900"/>
              <a:buNone/>
              <a:defRPr/>
            </a:lvl1pPr>
            <a:lvl2pPr lvl="1" algn="l">
              <a:spcBef>
                <a:spcPts val="0"/>
              </a:spcBef>
              <a:spcAft>
                <a:spcPts val="0"/>
              </a:spcAft>
              <a:buSzPts val="900"/>
              <a:buNone/>
              <a:defRPr/>
            </a:lvl2pPr>
            <a:lvl3pPr lvl="2" algn="l">
              <a:spcBef>
                <a:spcPts val="0"/>
              </a:spcBef>
              <a:spcAft>
                <a:spcPts val="0"/>
              </a:spcAft>
              <a:buSzPts val="900"/>
              <a:buNone/>
              <a:defRPr/>
            </a:lvl3pPr>
            <a:lvl4pPr lvl="3" algn="l">
              <a:spcBef>
                <a:spcPts val="0"/>
              </a:spcBef>
              <a:spcAft>
                <a:spcPts val="0"/>
              </a:spcAft>
              <a:buSzPts val="900"/>
              <a:buNone/>
              <a:defRPr/>
            </a:lvl4pPr>
            <a:lvl5pPr lvl="4" algn="l">
              <a:spcBef>
                <a:spcPts val="0"/>
              </a:spcBef>
              <a:spcAft>
                <a:spcPts val="0"/>
              </a:spcAft>
              <a:buSzPts val="900"/>
              <a:buNone/>
              <a:defRPr/>
            </a:lvl5pPr>
            <a:lvl6pPr lvl="5" algn="l">
              <a:spcBef>
                <a:spcPts val="0"/>
              </a:spcBef>
              <a:spcAft>
                <a:spcPts val="0"/>
              </a:spcAft>
              <a:buSzPts val="900"/>
              <a:buNone/>
              <a:defRPr/>
            </a:lvl6pPr>
            <a:lvl7pPr lvl="6" algn="l">
              <a:spcBef>
                <a:spcPts val="0"/>
              </a:spcBef>
              <a:spcAft>
                <a:spcPts val="0"/>
              </a:spcAft>
              <a:buSzPts val="900"/>
              <a:buNone/>
              <a:defRPr/>
            </a:lvl7pPr>
            <a:lvl8pPr lvl="7" algn="l">
              <a:spcBef>
                <a:spcPts val="0"/>
              </a:spcBef>
              <a:spcAft>
                <a:spcPts val="0"/>
              </a:spcAft>
              <a:buSzPts val="900"/>
              <a:buNone/>
              <a:defRPr/>
            </a:lvl8pPr>
            <a:lvl9pPr lvl="8" algn="l">
              <a:spcBef>
                <a:spcPts val="0"/>
              </a:spcBef>
              <a:spcAft>
                <a:spcPts val="0"/>
              </a:spcAft>
              <a:buSzPts val="900"/>
              <a:buNone/>
              <a:defRPr/>
            </a:lvl9pPr>
          </a:lstStyle>
          <a:p/>
        </p:txBody>
      </p:sp>
      <p:sp>
        <p:nvSpPr>
          <p:cNvPr id="43" name="Google Shape;43;h770a2e5ec28c9777_2_22"/>
          <p:cNvSpPr txBox="1"/>
          <p:nvPr>
            <p:ph idx="11" type="ftr"/>
          </p:nvPr>
        </p:nvSpPr>
        <p:spPr>
          <a:xfrm>
            <a:off x="2082744" y="4237567"/>
            <a:ext cx="1930349" cy="243417"/>
          </a:xfrm>
          <a:prstGeom prst="rect">
            <a:avLst/>
          </a:prstGeom>
          <a:noFill/>
          <a:ln>
            <a:noFill/>
          </a:ln>
        </p:spPr>
        <p:txBody>
          <a:bodyPr anchorCtr="0" anchor="ctr" bIns="30475" lIns="60950" spcFirstLastPara="1" rIns="60950" wrap="square" tIns="30475">
            <a:noAutofit/>
          </a:bodyPr>
          <a:lstStyle>
            <a:lvl1pPr lvl="0" algn="ctr">
              <a:spcBef>
                <a:spcPts val="0"/>
              </a:spcBef>
              <a:spcAft>
                <a:spcPts val="0"/>
              </a:spcAft>
              <a:buSzPts val="900"/>
              <a:buNone/>
              <a:defRPr/>
            </a:lvl1pPr>
            <a:lvl2pPr lvl="1" algn="l">
              <a:spcBef>
                <a:spcPts val="0"/>
              </a:spcBef>
              <a:spcAft>
                <a:spcPts val="0"/>
              </a:spcAft>
              <a:buSzPts val="900"/>
              <a:buNone/>
              <a:defRPr/>
            </a:lvl2pPr>
            <a:lvl3pPr lvl="2" algn="l">
              <a:spcBef>
                <a:spcPts val="0"/>
              </a:spcBef>
              <a:spcAft>
                <a:spcPts val="0"/>
              </a:spcAft>
              <a:buSzPts val="900"/>
              <a:buNone/>
              <a:defRPr/>
            </a:lvl3pPr>
            <a:lvl4pPr lvl="3" algn="l">
              <a:spcBef>
                <a:spcPts val="0"/>
              </a:spcBef>
              <a:spcAft>
                <a:spcPts val="0"/>
              </a:spcAft>
              <a:buSzPts val="900"/>
              <a:buNone/>
              <a:defRPr/>
            </a:lvl4pPr>
            <a:lvl5pPr lvl="4" algn="l">
              <a:spcBef>
                <a:spcPts val="0"/>
              </a:spcBef>
              <a:spcAft>
                <a:spcPts val="0"/>
              </a:spcAft>
              <a:buSzPts val="900"/>
              <a:buNone/>
              <a:defRPr/>
            </a:lvl5pPr>
            <a:lvl6pPr lvl="5" algn="l">
              <a:spcBef>
                <a:spcPts val="0"/>
              </a:spcBef>
              <a:spcAft>
                <a:spcPts val="0"/>
              </a:spcAft>
              <a:buSzPts val="900"/>
              <a:buNone/>
              <a:defRPr/>
            </a:lvl6pPr>
            <a:lvl7pPr lvl="6" algn="l">
              <a:spcBef>
                <a:spcPts val="0"/>
              </a:spcBef>
              <a:spcAft>
                <a:spcPts val="0"/>
              </a:spcAft>
              <a:buSzPts val="900"/>
              <a:buNone/>
              <a:defRPr/>
            </a:lvl7pPr>
            <a:lvl8pPr lvl="7" algn="l">
              <a:spcBef>
                <a:spcPts val="0"/>
              </a:spcBef>
              <a:spcAft>
                <a:spcPts val="0"/>
              </a:spcAft>
              <a:buSzPts val="900"/>
              <a:buNone/>
              <a:defRPr/>
            </a:lvl8pPr>
            <a:lvl9pPr lvl="8" algn="l">
              <a:spcBef>
                <a:spcPts val="0"/>
              </a:spcBef>
              <a:spcAft>
                <a:spcPts val="0"/>
              </a:spcAft>
              <a:buSzPts val="900"/>
              <a:buNone/>
              <a:defRPr/>
            </a:lvl9pPr>
          </a:lstStyle>
          <a:p/>
        </p:txBody>
      </p:sp>
      <p:sp>
        <p:nvSpPr>
          <p:cNvPr id="44" name="Google Shape;44;h770a2e5ec28c9777_2_22"/>
          <p:cNvSpPr txBox="1"/>
          <p:nvPr>
            <p:ph idx="12" type="sldNum"/>
          </p:nvPr>
        </p:nvSpPr>
        <p:spPr>
          <a:xfrm>
            <a:off x="4368684" y="4237567"/>
            <a:ext cx="1422362" cy="243417"/>
          </a:xfrm>
          <a:prstGeom prst="rect">
            <a:avLst/>
          </a:prstGeom>
          <a:noFill/>
          <a:ln>
            <a:noFill/>
          </a:ln>
        </p:spPr>
        <p:txBody>
          <a:bodyPr anchorCtr="0" anchor="ctr" bIns="30475" lIns="60950" spcFirstLastPara="1" rIns="60950" wrap="square" tIns="304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5" name="Shape 45"/>
        <p:cNvGrpSpPr/>
        <p:nvPr/>
      </p:nvGrpSpPr>
      <p:grpSpPr>
        <a:xfrm>
          <a:off x="0" y="0"/>
          <a:ext cx="0" cy="0"/>
          <a:chOff x="0" y="0"/>
          <a:chExt cx="0" cy="0"/>
        </a:xfrm>
      </p:grpSpPr>
      <p:sp>
        <p:nvSpPr>
          <p:cNvPr id="46" name="Google Shape;46;h770a2e5ec28c9777_2_28"/>
          <p:cNvSpPr txBox="1"/>
          <p:nvPr>
            <p:ph type="title"/>
          </p:nvPr>
        </p:nvSpPr>
        <p:spPr>
          <a:xfrm>
            <a:off x="304792" y="183092"/>
            <a:ext cx="5486254" cy="762000"/>
          </a:xfrm>
          <a:prstGeom prst="rect">
            <a:avLst/>
          </a:prstGeom>
          <a:noFill/>
          <a:ln>
            <a:noFill/>
          </a:ln>
        </p:spPr>
        <p:txBody>
          <a:bodyPr anchorCtr="0" anchor="ctr" bIns="30475" lIns="60950" spcFirstLastPara="1" rIns="60950" wrap="square" tIns="30475">
            <a:normAutofit/>
          </a:bodyPr>
          <a:lstStyle>
            <a:lvl1pPr lvl="0" algn="ctr">
              <a:spcBef>
                <a:spcPts val="0"/>
              </a:spcBef>
              <a:spcAft>
                <a:spcPts val="0"/>
              </a:spcAft>
              <a:buClr>
                <a:schemeClr val="dk1"/>
              </a:buClr>
              <a:buSzPts val="1200"/>
              <a:buNone/>
              <a:defRPr/>
            </a:lvl1pPr>
            <a:lvl2pPr lvl="1">
              <a:spcBef>
                <a:spcPts val="0"/>
              </a:spcBef>
              <a:spcAft>
                <a:spcPts val="0"/>
              </a:spcAft>
              <a:buSzPts val="900"/>
              <a:buNone/>
              <a:defRPr/>
            </a:lvl2pPr>
            <a:lvl3pPr lvl="2">
              <a:spcBef>
                <a:spcPts val="0"/>
              </a:spcBef>
              <a:spcAft>
                <a:spcPts val="0"/>
              </a:spcAft>
              <a:buSzPts val="900"/>
              <a:buNone/>
              <a:defRPr/>
            </a:lvl3pPr>
            <a:lvl4pPr lvl="3">
              <a:spcBef>
                <a:spcPts val="0"/>
              </a:spcBef>
              <a:spcAft>
                <a:spcPts val="0"/>
              </a:spcAft>
              <a:buSzPts val="900"/>
              <a:buNone/>
              <a:defRPr/>
            </a:lvl4pPr>
            <a:lvl5pPr lvl="4">
              <a:spcBef>
                <a:spcPts val="0"/>
              </a:spcBef>
              <a:spcAft>
                <a:spcPts val="0"/>
              </a:spcAft>
              <a:buSzPts val="900"/>
              <a:buNone/>
              <a:defRPr/>
            </a:lvl5pPr>
            <a:lvl6pPr lvl="5">
              <a:spcBef>
                <a:spcPts val="0"/>
              </a:spcBef>
              <a:spcAft>
                <a:spcPts val="0"/>
              </a:spcAft>
              <a:buSzPts val="900"/>
              <a:buNone/>
              <a:defRPr/>
            </a:lvl6pPr>
            <a:lvl7pPr lvl="6">
              <a:spcBef>
                <a:spcPts val="0"/>
              </a:spcBef>
              <a:spcAft>
                <a:spcPts val="0"/>
              </a:spcAft>
              <a:buSzPts val="900"/>
              <a:buNone/>
              <a:defRPr/>
            </a:lvl7pPr>
            <a:lvl8pPr lvl="7">
              <a:spcBef>
                <a:spcPts val="0"/>
              </a:spcBef>
              <a:spcAft>
                <a:spcPts val="0"/>
              </a:spcAft>
              <a:buSzPts val="900"/>
              <a:buNone/>
              <a:defRPr/>
            </a:lvl8pPr>
            <a:lvl9pPr lvl="8">
              <a:spcBef>
                <a:spcPts val="0"/>
              </a:spcBef>
              <a:spcAft>
                <a:spcPts val="0"/>
              </a:spcAft>
              <a:buSzPts val="900"/>
              <a:buNone/>
              <a:defRPr/>
            </a:lvl9pPr>
          </a:lstStyle>
          <a:p/>
        </p:txBody>
      </p:sp>
      <p:sp>
        <p:nvSpPr>
          <p:cNvPr id="47" name="Google Shape;47;h770a2e5ec28c9777_2_28"/>
          <p:cNvSpPr txBox="1"/>
          <p:nvPr>
            <p:ph idx="1" type="body"/>
          </p:nvPr>
        </p:nvSpPr>
        <p:spPr>
          <a:xfrm>
            <a:off x="304792" y="1066800"/>
            <a:ext cx="2692328" cy="3017309"/>
          </a:xfrm>
          <a:prstGeom prst="rect">
            <a:avLst/>
          </a:prstGeom>
          <a:noFill/>
          <a:ln>
            <a:noFill/>
          </a:ln>
        </p:spPr>
        <p:txBody>
          <a:bodyPr anchorCtr="0" anchor="t" bIns="30475" lIns="60950" spcFirstLastPara="1" rIns="60950" wrap="square" tIns="30475">
            <a:normAutofit/>
          </a:bodyPr>
          <a:lstStyle>
            <a:lvl1pPr indent="-349250" lvl="0" marL="457200" algn="l">
              <a:spcBef>
                <a:spcPts val="400"/>
              </a:spcBef>
              <a:spcAft>
                <a:spcPts val="0"/>
              </a:spcAft>
              <a:buClr>
                <a:schemeClr val="dk1"/>
              </a:buClr>
              <a:buSzPts val="1900"/>
              <a:buChar char="•"/>
              <a:defRPr sz="1900"/>
            </a:lvl1pPr>
            <a:lvl2pPr indent="-330200" lvl="1" marL="914400" algn="l">
              <a:spcBef>
                <a:spcPts val="300"/>
              </a:spcBef>
              <a:spcAft>
                <a:spcPts val="0"/>
              </a:spcAft>
              <a:buClr>
                <a:schemeClr val="dk1"/>
              </a:buClr>
              <a:buSzPts val="1600"/>
              <a:buChar char="–"/>
              <a:defRPr sz="1600"/>
            </a:lvl2pPr>
            <a:lvl3pPr indent="-311150" lvl="2" marL="1371600" algn="l">
              <a:spcBef>
                <a:spcPts val="300"/>
              </a:spcBef>
              <a:spcAft>
                <a:spcPts val="0"/>
              </a:spcAft>
              <a:buClr>
                <a:schemeClr val="dk1"/>
              </a:buClr>
              <a:buSzPts val="1300"/>
              <a:buChar char="•"/>
              <a:defRPr sz="1300"/>
            </a:lvl3pPr>
            <a:lvl4pPr indent="-304800" lvl="3" marL="1828800" algn="l">
              <a:spcBef>
                <a:spcPts val="200"/>
              </a:spcBef>
              <a:spcAft>
                <a:spcPts val="0"/>
              </a:spcAft>
              <a:buClr>
                <a:schemeClr val="dk1"/>
              </a:buClr>
              <a:buSzPts val="1200"/>
              <a:buChar char="–"/>
              <a:defRPr sz="1200"/>
            </a:lvl4pPr>
            <a:lvl5pPr indent="-304800" lvl="4" marL="2286000" algn="l">
              <a:spcBef>
                <a:spcPts val="200"/>
              </a:spcBef>
              <a:spcAft>
                <a:spcPts val="0"/>
              </a:spcAft>
              <a:buClr>
                <a:schemeClr val="dk1"/>
              </a:buClr>
              <a:buSzPts val="1200"/>
              <a:buChar char="»"/>
              <a:defRPr sz="1200"/>
            </a:lvl5pPr>
            <a:lvl6pPr indent="-304800" lvl="5" marL="2743200" algn="l">
              <a:spcBef>
                <a:spcPts val="200"/>
              </a:spcBef>
              <a:spcAft>
                <a:spcPts val="0"/>
              </a:spcAft>
              <a:buClr>
                <a:schemeClr val="dk1"/>
              </a:buClr>
              <a:buSzPts val="1200"/>
              <a:buChar char="•"/>
              <a:defRPr sz="1200"/>
            </a:lvl6pPr>
            <a:lvl7pPr indent="-304800" lvl="6" marL="3200400" algn="l">
              <a:spcBef>
                <a:spcPts val="200"/>
              </a:spcBef>
              <a:spcAft>
                <a:spcPts val="0"/>
              </a:spcAft>
              <a:buClr>
                <a:schemeClr val="dk1"/>
              </a:buClr>
              <a:buSzPts val="1200"/>
              <a:buChar char="•"/>
              <a:defRPr sz="1200"/>
            </a:lvl7pPr>
            <a:lvl8pPr indent="-304800" lvl="7" marL="3657600" algn="l">
              <a:spcBef>
                <a:spcPts val="200"/>
              </a:spcBef>
              <a:spcAft>
                <a:spcPts val="0"/>
              </a:spcAft>
              <a:buClr>
                <a:schemeClr val="dk1"/>
              </a:buClr>
              <a:buSzPts val="1200"/>
              <a:buChar char="•"/>
              <a:defRPr sz="1200"/>
            </a:lvl8pPr>
            <a:lvl9pPr indent="-304800" lvl="8" marL="4114800" algn="l">
              <a:spcBef>
                <a:spcPts val="200"/>
              </a:spcBef>
              <a:spcAft>
                <a:spcPts val="0"/>
              </a:spcAft>
              <a:buClr>
                <a:schemeClr val="dk1"/>
              </a:buClr>
              <a:buSzPts val="1200"/>
              <a:buChar char="•"/>
              <a:defRPr sz="1200"/>
            </a:lvl9pPr>
          </a:lstStyle>
          <a:p/>
        </p:txBody>
      </p:sp>
      <p:sp>
        <p:nvSpPr>
          <p:cNvPr id="48" name="Google Shape;48;h770a2e5ec28c9777_2_28"/>
          <p:cNvSpPr txBox="1"/>
          <p:nvPr>
            <p:ph idx="2" type="body"/>
          </p:nvPr>
        </p:nvSpPr>
        <p:spPr>
          <a:xfrm>
            <a:off x="3098717" y="1066800"/>
            <a:ext cx="2692328" cy="3017309"/>
          </a:xfrm>
          <a:prstGeom prst="rect">
            <a:avLst/>
          </a:prstGeom>
          <a:noFill/>
          <a:ln>
            <a:noFill/>
          </a:ln>
        </p:spPr>
        <p:txBody>
          <a:bodyPr anchorCtr="0" anchor="t" bIns="30475" lIns="60950" spcFirstLastPara="1" rIns="60950" wrap="square" tIns="30475">
            <a:normAutofit/>
          </a:bodyPr>
          <a:lstStyle>
            <a:lvl1pPr indent="-349250" lvl="0" marL="457200" algn="l">
              <a:spcBef>
                <a:spcPts val="400"/>
              </a:spcBef>
              <a:spcAft>
                <a:spcPts val="0"/>
              </a:spcAft>
              <a:buClr>
                <a:schemeClr val="dk1"/>
              </a:buClr>
              <a:buSzPts val="1900"/>
              <a:buChar char="•"/>
              <a:defRPr sz="1900"/>
            </a:lvl1pPr>
            <a:lvl2pPr indent="-330200" lvl="1" marL="914400" algn="l">
              <a:spcBef>
                <a:spcPts val="300"/>
              </a:spcBef>
              <a:spcAft>
                <a:spcPts val="0"/>
              </a:spcAft>
              <a:buClr>
                <a:schemeClr val="dk1"/>
              </a:buClr>
              <a:buSzPts val="1600"/>
              <a:buChar char="–"/>
              <a:defRPr sz="1600"/>
            </a:lvl2pPr>
            <a:lvl3pPr indent="-311150" lvl="2" marL="1371600" algn="l">
              <a:spcBef>
                <a:spcPts val="300"/>
              </a:spcBef>
              <a:spcAft>
                <a:spcPts val="0"/>
              </a:spcAft>
              <a:buClr>
                <a:schemeClr val="dk1"/>
              </a:buClr>
              <a:buSzPts val="1300"/>
              <a:buChar char="•"/>
              <a:defRPr sz="1300"/>
            </a:lvl3pPr>
            <a:lvl4pPr indent="-304800" lvl="3" marL="1828800" algn="l">
              <a:spcBef>
                <a:spcPts val="200"/>
              </a:spcBef>
              <a:spcAft>
                <a:spcPts val="0"/>
              </a:spcAft>
              <a:buClr>
                <a:schemeClr val="dk1"/>
              </a:buClr>
              <a:buSzPts val="1200"/>
              <a:buChar char="–"/>
              <a:defRPr sz="1200"/>
            </a:lvl4pPr>
            <a:lvl5pPr indent="-304800" lvl="4" marL="2286000" algn="l">
              <a:spcBef>
                <a:spcPts val="200"/>
              </a:spcBef>
              <a:spcAft>
                <a:spcPts val="0"/>
              </a:spcAft>
              <a:buClr>
                <a:schemeClr val="dk1"/>
              </a:buClr>
              <a:buSzPts val="1200"/>
              <a:buChar char="»"/>
              <a:defRPr sz="1200"/>
            </a:lvl5pPr>
            <a:lvl6pPr indent="-304800" lvl="5" marL="2743200" algn="l">
              <a:spcBef>
                <a:spcPts val="200"/>
              </a:spcBef>
              <a:spcAft>
                <a:spcPts val="0"/>
              </a:spcAft>
              <a:buClr>
                <a:schemeClr val="dk1"/>
              </a:buClr>
              <a:buSzPts val="1200"/>
              <a:buChar char="•"/>
              <a:defRPr sz="1200"/>
            </a:lvl6pPr>
            <a:lvl7pPr indent="-304800" lvl="6" marL="3200400" algn="l">
              <a:spcBef>
                <a:spcPts val="200"/>
              </a:spcBef>
              <a:spcAft>
                <a:spcPts val="0"/>
              </a:spcAft>
              <a:buClr>
                <a:schemeClr val="dk1"/>
              </a:buClr>
              <a:buSzPts val="1200"/>
              <a:buChar char="•"/>
              <a:defRPr sz="1200"/>
            </a:lvl7pPr>
            <a:lvl8pPr indent="-304800" lvl="7" marL="3657600" algn="l">
              <a:spcBef>
                <a:spcPts val="200"/>
              </a:spcBef>
              <a:spcAft>
                <a:spcPts val="0"/>
              </a:spcAft>
              <a:buClr>
                <a:schemeClr val="dk1"/>
              </a:buClr>
              <a:buSzPts val="1200"/>
              <a:buChar char="•"/>
              <a:defRPr sz="1200"/>
            </a:lvl8pPr>
            <a:lvl9pPr indent="-304800" lvl="8" marL="4114800" algn="l">
              <a:spcBef>
                <a:spcPts val="200"/>
              </a:spcBef>
              <a:spcAft>
                <a:spcPts val="0"/>
              </a:spcAft>
              <a:buClr>
                <a:schemeClr val="dk1"/>
              </a:buClr>
              <a:buSzPts val="1200"/>
              <a:buChar char="•"/>
              <a:defRPr sz="1200"/>
            </a:lvl9pPr>
          </a:lstStyle>
          <a:p/>
        </p:txBody>
      </p:sp>
      <p:sp>
        <p:nvSpPr>
          <p:cNvPr id="49" name="Google Shape;49;h770a2e5ec28c9777_2_28"/>
          <p:cNvSpPr txBox="1"/>
          <p:nvPr>
            <p:ph idx="10" type="dt"/>
          </p:nvPr>
        </p:nvSpPr>
        <p:spPr>
          <a:xfrm>
            <a:off x="304792" y="4237567"/>
            <a:ext cx="1422362" cy="243417"/>
          </a:xfrm>
          <a:prstGeom prst="rect">
            <a:avLst/>
          </a:prstGeom>
          <a:noFill/>
          <a:ln>
            <a:noFill/>
          </a:ln>
        </p:spPr>
        <p:txBody>
          <a:bodyPr anchorCtr="0" anchor="ctr" bIns="30475" lIns="60950" spcFirstLastPara="1" rIns="60950" wrap="square" tIns="30475">
            <a:noAutofit/>
          </a:bodyPr>
          <a:lstStyle>
            <a:lvl1pPr lvl="0" algn="l">
              <a:spcBef>
                <a:spcPts val="0"/>
              </a:spcBef>
              <a:spcAft>
                <a:spcPts val="0"/>
              </a:spcAft>
              <a:buSzPts val="900"/>
              <a:buNone/>
              <a:defRPr/>
            </a:lvl1pPr>
            <a:lvl2pPr lvl="1" algn="l">
              <a:spcBef>
                <a:spcPts val="0"/>
              </a:spcBef>
              <a:spcAft>
                <a:spcPts val="0"/>
              </a:spcAft>
              <a:buSzPts val="900"/>
              <a:buNone/>
              <a:defRPr/>
            </a:lvl2pPr>
            <a:lvl3pPr lvl="2" algn="l">
              <a:spcBef>
                <a:spcPts val="0"/>
              </a:spcBef>
              <a:spcAft>
                <a:spcPts val="0"/>
              </a:spcAft>
              <a:buSzPts val="900"/>
              <a:buNone/>
              <a:defRPr/>
            </a:lvl3pPr>
            <a:lvl4pPr lvl="3" algn="l">
              <a:spcBef>
                <a:spcPts val="0"/>
              </a:spcBef>
              <a:spcAft>
                <a:spcPts val="0"/>
              </a:spcAft>
              <a:buSzPts val="900"/>
              <a:buNone/>
              <a:defRPr/>
            </a:lvl4pPr>
            <a:lvl5pPr lvl="4" algn="l">
              <a:spcBef>
                <a:spcPts val="0"/>
              </a:spcBef>
              <a:spcAft>
                <a:spcPts val="0"/>
              </a:spcAft>
              <a:buSzPts val="900"/>
              <a:buNone/>
              <a:defRPr/>
            </a:lvl5pPr>
            <a:lvl6pPr lvl="5" algn="l">
              <a:spcBef>
                <a:spcPts val="0"/>
              </a:spcBef>
              <a:spcAft>
                <a:spcPts val="0"/>
              </a:spcAft>
              <a:buSzPts val="900"/>
              <a:buNone/>
              <a:defRPr/>
            </a:lvl6pPr>
            <a:lvl7pPr lvl="6" algn="l">
              <a:spcBef>
                <a:spcPts val="0"/>
              </a:spcBef>
              <a:spcAft>
                <a:spcPts val="0"/>
              </a:spcAft>
              <a:buSzPts val="900"/>
              <a:buNone/>
              <a:defRPr/>
            </a:lvl7pPr>
            <a:lvl8pPr lvl="7" algn="l">
              <a:spcBef>
                <a:spcPts val="0"/>
              </a:spcBef>
              <a:spcAft>
                <a:spcPts val="0"/>
              </a:spcAft>
              <a:buSzPts val="900"/>
              <a:buNone/>
              <a:defRPr/>
            </a:lvl8pPr>
            <a:lvl9pPr lvl="8" algn="l">
              <a:spcBef>
                <a:spcPts val="0"/>
              </a:spcBef>
              <a:spcAft>
                <a:spcPts val="0"/>
              </a:spcAft>
              <a:buSzPts val="900"/>
              <a:buNone/>
              <a:defRPr/>
            </a:lvl9pPr>
          </a:lstStyle>
          <a:p/>
        </p:txBody>
      </p:sp>
      <p:sp>
        <p:nvSpPr>
          <p:cNvPr id="50" name="Google Shape;50;h770a2e5ec28c9777_2_28"/>
          <p:cNvSpPr txBox="1"/>
          <p:nvPr>
            <p:ph idx="11" type="ftr"/>
          </p:nvPr>
        </p:nvSpPr>
        <p:spPr>
          <a:xfrm>
            <a:off x="2082744" y="4237567"/>
            <a:ext cx="1930349" cy="243417"/>
          </a:xfrm>
          <a:prstGeom prst="rect">
            <a:avLst/>
          </a:prstGeom>
          <a:noFill/>
          <a:ln>
            <a:noFill/>
          </a:ln>
        </p:spPr>
        <p:txBody>
          <a:bodyPr anchorCtr="0" anchor="ctr" bIns="30475" lIns="60950" spcFirstLastPara="1" rIns="60950" wrap="square" tIns="30475">
            <a:noAutofit/>
          </a:bodyPr>
          <a:lstStyle>
            <a:lvl1pPr lvl="0" algn="ctr">
              <a:spcBef>
                <a:spcPts val="0"/>
              </a:spcBef>
              <a:spcAft>
                <a:spcPts val="0"/>
              </a:spcAft>
              <a:buSzPts val="900"/>
              <a:buNone/>
              <a:defRPr/>
            </a:lvl1pPr>
            <a:lvl2pPr lvl="1" algn="l">
              <a:spcBef>
                <a:spcPts val="0"/>
              </a:spcBef>
              <a:spcAft>
                <a:spcPts val="0"/>
              </a:spcAft>
              <a:buSzPts val="900"/>
              <a:buNone/>
              <a:defRPr/>
            </a:lvl2pPr>
            <a:lvl3pPr lvl="2" algn="l">
              <a:spcBef>
                <a:spcPts val="0"/>
              </a:spcBef>
              <a:spcAft>
                <a:spcPts val="0"/>
              </a:spcAft>
              <a:buSzPts val="900"/>
              <a:buNone/>
              <a:defRPr/>
            </a:lvl3pPr>
            <a:lvl4pPr lvl="3" algn="l">
              <a:spcBef>
                <a:spcPts val="0"/>
              </a:spcBef>
              <a:spcAft>
                <a:spcPts val="0"/>
              </a:spcAft>
              <a:buSzPts val="900"/>
              <a:buNone/>
              <a:defRPr/>
            </a:lvl4pPr>
            <a:lvl5pPr lvl="4" algn="l">
              <a:spcBef>
                <a:spcPts val="0"/>
              </a:spcBef>
              <a:spcAft>
                <a:spcPts val="0"/>
              </a:spcAft>
              <a:buSzPts val="900"/>
              <a:buNone/>
              <a:defRPr/>
            </a:lvl5pPr>
            <a:lvl6pPr lvl="5" algn="l">
              <a:spcBef>
                <a:spcPts val="0"/>
              </a:spcBef>
              <a:spcAft>
                <a:spcPts val="0"/>
              </a:spcAft>
              <a:buSzPts val="900"/>
              <a:buNone/>
              <a:defRPr/>
            </a:lvl6pPr>
            <a:lvl7pPr lvl="6" algn="l">
              <a:spcBef>
                <a:spcPts val="0"/>
              </a:spcBef>
              <a:spcAft>
                <a:spcPts val="0"/>
              </a:spcAft>
              <a:buSzPts val="900"/>
              <a:buNone/>
              <a:defRPr/>
            </a:lvl7pPr>
            <a:lvl8pPr lvl="7" algn="l">
              <a:spcBef>
                <a:spcPts val="0"/>
              </a:spcBef>
              <a:spcAft>
                <a:spcPts val="0"/>
              </a:spcAft>
              <a:buSzPts val="900"/>
              <a:buNone/>
              <a:defRPr/>
            </a:lvl8pPr>
            <a:lvl9pPr lvl="8" algn="l">
              <a:spcBef>
                <a:spcPts val="0"/>
              </a:spcBef>
              <a:spcAft>
                <a:spcPts val="0"/>
              </a:spcAft>
              <a:buSzPts val="900"/>
              <a:buNone/>
              <a:defRPr/>
            </a:lvl9pPr>
          </a:lstStyle>
          <a:p/>
        </p:txBody>
      </p:sp>
      <p:sp>
        <p:nvSpPr>
          <p:cNvPr id="51" name="Google Shape;51;h770a2e5ec28c9777_2_28"/>
          <p:cNvSpPr txBox="1"/>
          <p:nvPr>
            <p:ph idx="12" type="sldNum"/>
          </p:nvPr>
        </p:nvSpPr>
        <p:spPr>
          <a:xfrm>
            <a:off x="4368684" y="4237567"/>
            <a:ext cx="1422362" cy="243417"/>
          </a:xfrm>
          <a:prstGeom prst="rect">
            <a:avLst/>
          </a:prstGeom>
          <a:noFill/>
          <a:ln>
            <a:noFill/>
          </a:ln>
        </p:spPr>
        <p:txBody>
          <a:bodyPr anchorCtr="0" anchor="ctr" bIns="30475" lIns="60950" spcFirstLastPara="1" rIns="60950" wrap="square" tIns="304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52" name="Shape 52"/>
        <p:cNvGrpSpPr/>
        <p:nvPr/>
      </p:nvGrpSpPr>
      <p:grpSpPr>
        <a:xfrm>
          <a:off x="0" y="0"/>
          <a:ext cx="0" cy="0"/>
          <a:chOff x="0" y="0"/>
          <a:chExt cx="0" cy="0"/>
        </a:xfrm>
      </p:grpSpPr>
      <p:sp>
        <p:nvSpPr>
          <p:cNvPr id="53" name="Google Shape;53;h770a2e5ec28c9777_2_35"/>
          <p:cNvSpPr txBox="1"/>
          <p:nvPr>
            <p:ph type="title"/>
          </p:nvPr>
        </p:nvSpPr>
        <p:spPr>
          <a:xfrm>
            <a:off x="304792" y="183092"/>
            <a:ext cx="5486254" cy="762000"/>
          </a:xfrm>
          <a:prstGeom prst="rect">
            <a:avLst/>
          </a:prstGeom>
          <a:noFill/>
          <a:ln>
            <a:noFill/>
          </a:ln>
        </p:spPr>
        <p:txBody>
          <a:bodyPr anchorCtr="0" anchor="ctr" bIns="30475" lIns="60950" spcFirstLastPara="1" rIns="60950" wrap="square" tIns="30475">
            <a:normAutofit/>
          </a:bodyPr>
          <a:lstStyle>
            <a:lvl1pPr lvl="0" algn="ctr">
              <a:spcBef>
                <a:spcPts val="0"/>
              </a:spcBef>
              <a:spcAft>
                <a:spcPts val="0"/>
              </a:spcAft>
              <a:buClr>
                <a:schemeClr val="dk1"/>
              </a:buClr>
              <a:buSzPts val="2900"/>
              <a:buFont typeface="Calibri"/>
              <a:buNone/>
              <a:defRPr/>
            </a:lvl1pPr>
            <a:lvl2pPr lvl="1">
              <a:spcBef>
                <a:spcPts val="0"/>
              </a:spcBef>
              <a:spcAft>
                <a:spcPts val="0"/>
              </a:spcAft>
              <a:buSzPts val="900"/>
              <a:buNone/>
              <a:defRPr/>
            </a:lvl2pPr>
            <a:lvl3pPr lvl="2">
              <a:spcBef>
                <a:spcPts val="0"/>
              </a:spcBef>
              <a:spcAft>
                <a:spcPts val="0"/>
              </a:spcAft>
              <a:buSzPts val="900"/>
              <a:buNone/>
              <a:defRPr/>
            </a:lvl3pPr>
            <a:lvl4pPr lvl="3">
              <a:spcBef>
                <a:spcPts val="0"/>
              </a:spcBef>
              <a:spcAft>
                <a:spcPts val="0"/>
              </a:spcAft>
              <a:buSzPts val="900"/>
              <a:buNone/>
              <a:defRPr/>
            </a:lvl4pPr>
            <a:lvl5pPr lvl="4">
              <a:spcBef>
                <a:spcPts val="0"/>
              </a:spcBef>
              <a:spcAft>
                <a:spcPts val="0"/>
              </a:spcAft>
              <a:buSzPts val="900"/>
              <a:buNone/>
              <a:defRPr/>
            </a:lvl5pPr>
            <a:lvl6pPr lvl="5">
              <a:spcBef>
                <a:spcPts val="0"/>
              </a:spcBef>
              <a:spcAft>
                <a:spcPts val="0"/>
              </a:spcAft>
              <a:buSzPts val="900"/>
              <a:buNone/>
              <a:defRPr/>
            </a:lvl6pPr>
            <a:lvl7pPr lvl="6">
              <a:spcBef>
                <a:spcPts val="0"/>
              </a:spcBef>
              <a:spcAft>
                <a:spcPts val="0"/>
              </a:spcAft>
              <a:buSzPts val="900"/>
              <a:buNone/>
              <a:defRPr/>
            </a:lvl7pPr>
            <a:lvl8pPr lvl="7">
              <a:spcBef>
                <a:spcPts val="0"/>
              </a:spcBef>
              <a:spcAft>
                <a:spcPts val="0"/>
              </a:spcAft>
              <a:buSzPts val="900"/>
              <a:buNone/>
              <a:defRPr/>
            </a:lvl8pPr>
            <a:lvl9pPr lvl="8">
              <a:spcBef>
                <a:spcPts val="0"/>
              </a:spcBef>
              <a:spcAft>
                <a:spcPts val="0"/>
              </a:spcAft>
              <a:buSzPts val="900"/>
              <a:buNone/>
              <a:defRPr/>
            </a:lvl9pPr>
          </a:lstStyle>
          <a:p/>
        </p:txBody>
      </p:sp>
      <p:sp>
        <p:nvSpPr>
          <p:cNvPr id="54" name="Google Shape;54;h770a2e5ec28c9777_2_35"/>
          <p:cNvSpPr txBox="1"/>
          <p:nvPr>
            <p:ph idx="1" type="body"/>
          </p:nvPr>
        </p:nvSpPr>
        <p:spPr>
          <a:xfrm>
            <a:off x="304792" y="1023409"/>
            <a:ext cx="2693387" cy="426508"/>
          </a:xfrm>
          <a:prstGeom prst="rect">
            <a:avLst/>
          </a:prstGeom>
          <a:noFill/>
          <a:ln>
            <a:noFill/>
          </a:ln>
        </p:spPr>
        <p:txBody>
          <a:bodyPr anchorCtr="0" anchor="b" bIns="30475" lIns="60950" spcFirstLastPara="1" rIns="60950" wrap="square" tIns="30475">
            <a:normAutofit/>
          </a:bodyPr>
          <a:lstStyle>
            <a:lvl1pPr indent="-228600" lvl="0" marL="457200" algn="l">
              <a:spcBef>
                <a:spcPts val="300"/>
              </a:spcBef>
              <a:spcAft>
                <a:spcPts val="0"/>
              </a:spcAft>
              <a:buClr>
                <a:schemeClr val="dk1"/>
              </a:buClr>
              <a:buSzPts val="1600"/>
              <a:buNone/>
              <a:defRPr b="1" sz="1600"/>
            </a:lvl1pPr>
            <a:lvl2pPr indent="-228600" lvl="1" marL="914400" algn="l">
              <a:spcBef>
                <a:spcPts val="300"/>
              </a:spcBef>
              <a:spcAft>
                <a:spcPts val="0"/>
              </a:spcAft>
              <a:buClr>
                <a:schemeClr val="dk1"/>
              </a:buClr>
              <a:buSzPts val="1300"/>
              <a:buNone/>
              <a:defRPr b="1" sz="1300"/>
            </a:lvl2pPr>
            <a:lvl3pPr indent="-228600" lvl="2" marL="1371600" algn="l">
              <a:spcBef>
                <a:spcPts val="200"/>
              </a:spcBef>
              <a:spcAft>
                <a:spcPts val="0"/>
              </a:spcAft>
              <a:buClr>
                <a:schemeClr val="dk1"/>
              </a:buClr>
              <a:buSzPts val="1200"/>
              <a:buNone/>
              <a:defRPr b="1" sz="1200"/>
            </a:lvl3pPr>
            <a:lvl4pPr indent="-228600" lvl="3" marL="1828800" algn="l">
              <a:spcBef>
                <a:spcPts val="200"/>
              </a:spcBef>
              <a:spcAft>
                <a:spcPts val="0"/>
              </a:spcAft>
              <a:buClr>
                <a:schemeClr val="dk1"/>
              </a:buClr>
              <a:buSzPts val="1100"/>
              <a:buNone/>
              <a:defRPr b="1" sz="1100"/>
            </a:lvl4pPr>
            <a:lvl5pPr indent="-228600" lvl="4" marL="2286000" algn="l">
              <a:spcBef>
                <a:spcPts val="200"/>
              </a:spcBef>
              <a:spcAft>
                <a:spcPts val="0"/>
              </a:spcAft>
              <a:buClr>
                <a:schemeClr val="dk1"/>
              </a:buClr>
              <a:buSzPts val="1100"/>
              <a:buNone/>
              <a:defRPr b="1" sz="1100"/>
            </a:lvl5pPr>
            <a:lvl6pPr indent="-228600" lvl="5" marL="2743200" algn="l">
              <a:spcBef>
                <a:spcPts val="200"/>
              </a:spcBef>
              <a:spcAft>
                <a:spcPts val="0"/>
              </a:spcAft>
              <a:buClr>
                <a:schemeClr val="dk1"/>
              </a:buClr>
              <a:buSzPts val="1100"/>
              <a:buNone/>
              <a:defRPr b="1" sz="1100"/>
            </a:lvl6pPr>
            <a:lvl7pPr indent="-228600" lvl="6" marL="3200400" algn="l">
              <a:spcBef>
                <a:spcPts val="200"/>
              </a:spcBef>
              <a:spcAft>
                <a:spcPts val="0"/>
              </a:spcAft>
              <a:buClr>
                <a:schemeClr val="dk1"/>
              </a:buClr>
              <a:buSzPts val="1100"/>
              <a:buNone/>
              <a:defRPr b="1" sz="1100"/>
            </a:lvl7pPr>
            <a:lvl8pPr indent="-228600" lvl="7" marL="3657600" algn="l">
              <a:spcBef>
                <a:spcPts val="200"/>
              </a:spcBef>
              <a:spcAft>
                <a:spcPts val="0"/>
              </a:spcAft>
              <a:buClr>
                <a:schemeClr val="dk1"/>
              </a:buClr>
              <a:buSzPts val="1100"/>
              <a:buNone/>
              <a:defRPr b="1" sz="1100"/>
            </a:lvl8pPr>
            <a:lvl9pPr indent="-228600" lvl="8" marL="4114800" algn="l">
              <a:spcBef>
                <a:spcPts val="200"/>
              </a:spcBef>
              <a:spcAft>
                <a:spcPts val="0"/>
              </a:spcAft>
              <a:buClr>
                <a:schemeClr val="dk1"/>
              </a:buClr>
              <a:buSzPts val="1100"/>
              <a:buNone/>
              <a:defRPr b="1" sz="1100"/>
            </a:lvl9pPr>
          </a:lstStyle>
          <a:p/>
        </p:txBody>
      </p:sp>
      <p:sp>
        <p:nvSpPr>
          <p:cNvPr id="55" name="Google Shape;55;h770a2e5ec28c9777_2_35"/>
          <p:cNvSpPr txBox="1"/>
          <p:nvPr>
            <p:ph idx="2" type="body"/>
          </p:nvPr>
        </p:nvSpPr>
        <p:spPr>
          <a:xfrm>
            <a:off x="304792" y="1449917"/>
            <a:ext cx="2693387" cy="2634192"/>
          </a:xfrm>
          <a:prstGeom prst="rect">
            <a:avLst/>
          </a:prstGeom>
          <a:noFill/>
          <a:ln>
            <a:noFill/>
          </a:ln>
        </p:spPr>
        <p:txBody>
          <a:bodyPr anchorCtr="0" anchor="t" bIns="30475" lIns="60950" spcFirstLastPara="1" rIns="60950" wrap="square" tIns="30475">
            <a:normAutofit/>
          </a:bodyPr>
          <a:lstStyle>
            <a:lvl1pPr indent="-330200" lvl="0" marL="457200" algn="l">
              <a:spcBef>
                <a:spcPts val="300"/>
              </a:spcBef>
              <a:spcAft>
                <a:spcPts val="0"/>
              </a:spcAft>
              <a:buClr>
                <a:schemeClr val="dk1"/>
              </a:buClr>
              <a:buSzPts val="1600"/>
              <a:buChar char="•"/>
              <a:defRPr sz="1600"/>
            </a:lvl1pPr>
            <a:lvl2pPr indent="-311150" lvl="1" marL="914400" algn="l">
              <a:spcBef>
                <a:spcPts val="300"/>
              </a:spcBef>
              <a:spcAft>
                <a:spcPts val="0"/>
              </a:spcAft>
              <a:buClr>
                <a:schemeClr val="dk1"/>
              </a:buClr>
              <a:buSzPts val="1300"/>
              <a:buChar char="–"/>
              <a:defRPr sz="1300"/>
            </a:lvl2pPr>
            <a:lvl3pPr indent="-304800" lvl="2" marL="1371600" algn="l">
              <a:spcBef>
                <a:spcPts val="200"/>
              </a:spcBef>
              <a:spcAft>
                <a:spcPts val="0"/>
              </a:spcAft>
              <a:buClr>
                <a:schemeClr val="dk1"/>
              </a:buClr>
              <a:buSzPts val="1200"/>
              <a:buChar char="•"/>
              <a:defRPr sz="1200"/>
            </a:lvl3pPr>
            <a:lvl4pPr indent="-298450" lvl="3" marL="1828800" algn="l">
              <a:spcBef>
                <a:spcPts val="200"/>
              </a:spcBef>
              <a:spcAft>
                <a:spcPts val="0"/>
              </a:spcAft>
              <a:buClr>
                <a:schemeClr val="dk1"/>
              </a:buClr>
              <a:buSzPts val="1100"/>
              <a:buChar char="–"/>
              <a:defRPr sz="1100"/>
            </a:lvl4pPr>
            <a:lvl5pPr indent="-298450" lvl="4" marL="2286000" algn="l">
              <a:spcBef>
                <a:spcPts val="200"/>
              </a:spcBef>
              <a:spcAft>
                <a:spcPts val="0"/>
              </a:spcAft>
              <a:buClr>
                <a:schemeClr val="dk1"/>
              </a:buClr>
              <a:buSzPts val="1100"/>
              <a:buChar char="»"/>
              <a:defRPr sz="1100"/>
            </a:lvl5pPr>
            <a:lvl6pPr indent="-298450" lvl="5" marL="2743200" algn="l">
              <a:spcBef>
                <a:spcPts val="200"/>
              </a:spcBef>
              <a:spcAft>
                <a:spcPts val="0"/>
              </a:spcAft>
              <a:buClr>
                <a:schemeClr val="dk1"/>
              </a:buClr>
              <a:buSzPts val="1100"/>
              <a:buChar char="•"/>
              <a:defRPr sz="1100"/>
            </a:lvl6pPr>
            <a:lvl7pPr indent="-298450" lvl="6" marL="3200400" algn="l">
              <a:spcBef>
                <a:spcPts val="200"/>
              </a:spcBef>
              <a:spcAft>
                <a:spcPts val="0"/>
              </a:spcAft>
              <a:buClr>
                <a:schemeClr val="dk1"/>
              </a:buClr>
              <a:buSzPts val="1100"/>
              <a:buChar char="•"/>
              <a:defRPr sz="1100"/>
            </a:lvl7pPr>
            <a:lvl8pPr indent="-298450" lvl="7" marL="3657600" algn="l">
              <a:spcBef>
                <a:spcPts val="200"/>
              </a:spcBef>
              <a:spcAft>
                <a:spcPts val="0"/>
              </a:spcAft>
              <a:buClr>
                <a:schemeClr val="dk1"/>
              </a:buClr>
              <a:buSzPts val="1100"/>
              <a:buChar char="•"/>
              <a:defRPr sz="1100"/>
            </a:lvl8pPr>
            <a:lvl9pPr indent="-298450" lvl="8" marL="4114800" algn="l">
              <a:spcBef>
                <a:spcPts val="200"/>
              </a:spcBef>
              <a:spcAft>
                <a:spcPts val="0"/>
              </a:spcAft>
              <a:buClr>
                <a:schemeClr val="dk1"/>
              </a:buClr>
              <a:buSzPts val="1100"/>
              <a:buChar char="•"/>
              <a:defRPr sz="1100"/>
            </a:lvl9pPr>
          </a:lstStyle>
          <a:p/>
        </p:txBody>
      </p:sp>
      <p:sp>
        <p:nvSpPr>
          <p:cNvPr id="56" name="Google Shape;56;h770a2e5ec28c9777_2_35"/>
          <p:cNvSpPr txBox="1"/>
          <p:nvPr>
            <p:ph idx="3" type="body"/>
          </p:nvPr>
        </p:nvSpPr>
        <p:spPr>
          <a:xfrm>
            <a:off x="3096601" y="1023409"/>
            <a:ext cx="2694445" cy="426508"/>
          </a:xfrm>
          <a:prstGeom prst="rect">
            <a:avLst/>
          </a:prstGeom>
          <a:noFill/>
          <a:ln>
            <a:noFill/>
          </a:ln>
        </p:spPr>
        <p:txBody>
          <a:bodyPr anchorCtr="0" anchor="b" bIns="30475" lIns="60950" spcFirstLastPara="1" rIns="60950" wrap="square" tIns="30475">
            <a:normAutofit/>
          </a:bodyPr>
          <a:lstStyle>
            <a:lvl1pPr indent="-228600" lvl="0" marL="457200" algn="l">
              <a:spcBef>
                <a:spcPts val="300"/>
              </a:spcBef>
              <a:spcAft>
                <a:spcPts val="0"/>
              </a:spcAft>
              <a:buClr>
                <a:schemeClr val="dk1"/>
              </a:buClr>
              <a:buSzPts val="1600"/>
              <a:buNone/>
              <a:defRPr b="1" sz="1600"/>
            </a:lvl1pPr>
            <a:lvl2pPr indent="-228600" lvl="1" marL="914400" algn="l">
              <a:spcBef>
                <a:spcPts val="300"/>
              </a:spcBef>
              <a:spcAft>
                <a:spcPts val="0"/>
              </a:spcAft>
              <a:buClr>
                <a:schemeClr val="dk1"/>
              </a:buClr>
              <a:buSzPts val="1300"/>
              <a:buNone/>
              <a:defRPr b="1" sz="1300"/>
            </a:lvl2pPr>
            <a:lvl3pPr indent="-228600" lvl="2" marL="1371600" algn="l">
              <a:spcBef>
                <a:spcPts val="200"/>
              </a:spcBef>
              <a:spcAft>
                <a:spcPts val="0"/>
              </a:spcAft>
              <a:buClr>
                <a:schemeClr val="dk1"/>
              </a:buClr>
              <a:buSzPts val="1200"/>
              <a:buNone/>
              <a:defRPr b="1" sz="1200"/>
            </a:lvl3pPr>
            <a:lvl4pPr indent="-228600" lvl="3" marL="1828800" algn="l">
              <a:spcBef>
                <a:spcPts val="200"/>
              </a:spcBef>
              <a:spcAft>
                <a:spcPts val="0"/>
              </a:spcAft>
              <a:buClr>
                <a:schemeClr val="dk1"/>
              </a:buClr>
              <a:buSzPts val="1100"/>
              <a:buNone/>
              <a:defRPr b="1" sz="1100"/>
            </a:lvl4pPr>
            <a:lvl5pPr indent="-228600" lvl="4" marL="2286000" algn="l">
              <a:spcBef>
                <a:spcPts val="200"/>
              </a:spcBef>
              <a:spcAft>
                <a:spcPts val="0"/>
              </a:spcAft>
              <a:buClr>
                <a:schemeClr val="dk1"/>
              </a:buClr>
              <a:buSzPts val="1100"/>
              <a:buNone/>
              <a:defRPr b="1" sz="1100"/>
            </a:lvl5pPr>
            <a:lvl6pPr indent="-228600" lvl="5" marL="2743200" algn="l">
              <a:spcBef>
                <a:spcPts val="200"/>
              </a:spcBef>
              <a:spcAft>
                <a:spcPts val="0"/>
              </a:spcAft>
              <a:buClr>
                <a:schemeClr val="dk1"/>
              </a:buClr>
              <a:buSzPts val="1100"/>
              <a:buNone/>
              <a:defRPr b="1" sz="1100"/>
            </a:lvl6pPr>
            <a:lvl7pPr indent="-228600" lvl="6" marL="3200400" algn="l">
              <a:spcBef>
                <a:spcPts val="200"/>
              </a:spcBef>
              <a:spcAft>
                <a:spcPts val="0"/>
              </a:spcAft>
              <a:buClr>
                <a:schemeClr val="dk1"/>
              </a:buClr>
              <a:buSzPts val="1100"/>
              <a:buNone/>
              <a:defRPr b="1" sz="1100"/>
            </a:lvl7pPr>
            <a:lvl8pPr indent="-228600" lvl="7" marL="3657600" algn="l">
              <a:spcBef>
                <a:spcPts val="200"/>
              </a:spcBef>
              <a:spcAft>
                <a:spcPts val="0"/>
              </a:spcAft>
              <a:buClr>
                <a:schemeClr val="dk1"/>
              </a:buClr>
              <a:buSzPts val="1100"/>
              <a:buNone/>
              <a:defRPr b="1" sz="1100"/>
            </a:lvl8pPr>
            <a:lvl9pPr indent="-228600" lvl="8" marL="4114800" algn="l">
              <a:spcBef>
                <a:spcPts val="200"/>
              </a:spcBef>
              <a:spcAft>
                <a:spcPts val="0"/>
              </a:spcAft>
              <a:buClr>
                <a:schemeClr val="dk1"/>
              </a:buClr>
              <a:buSzPts val="1100"/>
              <a:buNone/>
              <a:defRPr b="1" sz="1100"/>
            </a:lvl9pPr>
          </a:lstStyle>
          <a:p/>
        </p:txBody>
      </p:sp>
      <p:sp>
        <p:nvSpPr>
          <p:cNvPr id="57" name="Google Shape;57;h770a2e5ec28c9777_2_35"/>
          <p:cNvSpPr txBox="1"/>
          <p:nvPr>
            <p:ph idx="4" type="body"/>
          </p:nvPr>
        </p:nvSpPr>
        <p:spPr>
          <a:xfrm>
            <a:off x="3096601" y="1449917"/>
            <a:ext cx="2694445" cy="2634192"/>
          </a:xfrm>
          <a:prstGeom prst="rect">
            <a:avLst/>
          </a:prstGeom>
          <a:noFill/>
          <a:ln>
            <a:noFill/>
          </a:ln>
        </p:spPr>
        <p:txBody>
          <a:bodyPr anchorCtr="0" anchor="t" bIns="30475" lIns="60950" spcFirstLastPara="1" rIns="60950" wrap="square" tIns="30475">
            <a:normAutofit/>
          </a:bodyPr>
          <a:lstStyle>
            <a:lvl1pPr indent="-330200" lvl="0" marL="457200" algn="l">
              <a:spcBef>
                <a:spcPts val="300"/>
              </a:spcBef>
              <a:spcAft>
                <a:spcPts val="0"/>
              </a:spcAft>
              <a:buClr>
                <a:schemeClr val="dk1"/>
              </a:buClr>
              <a:buSzPts val="1600"/>
              <a:buChar char="•"/>
              <a:defRPr sz="1600"/>
            </a:lvl1pPr>
            <a:lvl2pPr indent="-311150" lvl="1" marL="914400" algn="l">
              <a:spcBef>
                <a:spcPts val="300"/>
              </a:spcBef>
              <a:spcAft>
                <a:spcPts val="0"/>
              </a:spcAft>
              <a:buClr>
                <a:schemeClr val="dk1"/>
              </a:buClr>
              <a:buSzPts val="1300"/>
              <a:buChar char="–"/>
              <a:defRPr sz="1300"/>
            </a:lvl2pPr>
            <a:lvl3pPr indent="-304800" lvl="2" marL="1371600" algn="l">
              <a:spcBef>
                <a:spcPts val="200"/>
              </a:spcBef>
              <a:spcAft>
                <a:spcPts val="0"/>
              </a:spcAft>
              <a:buClr>
                <a:schemeClr val="dk1"/>
              </a:buClr>
              <a:buSzPts val="1200"/>
              <a:buChar char="•"/>
              <a:defRPr sz="1200"/>
            </a:lvl3pPr>
            <a:lvl4pPr indent="-298450" lvl="3" marL="1828800" algn="l">
              <a:spcBef>
                <a:spcPts val="200"/>
              </a:spcBef>
              <a:spcAft>
                <a:spcPts val="0"/>
              </a:spcAft>
              <a:buClr>
                <a:schemeClr val="dk1"/>
              </a:buClr>
              <a:buSzPts val="1100"/>
              <a:buChar char="–"/>
              <a:defRPr sz="1100"/>
            </a:lvl4pPr>
            <a:lvl5pPr indent="-298450" lvl="4" marL="2286000" algn="l">
              <a:spcBef>
                <a:spcPts val="200"/>
              </a:spcBef>
              <a:spcAft>
                <a:spcPts val="0"/>
              </a:spcAft>
              <a:buClr>
                <a:schemeClr val="dk1"/>
              </a:buClr>
              <a:buSzPts val="1100"/>
              <a:buChar char="»"/>
              <a:defRPr sz="1100"/>
            </a:lvl5pPr>
            <a:lvl6pPr indent="-298450" lvl="5" marL="2743200" algn="l">
              <a:spcBef>
                <a:spcPts val="200"/>
              </a:spcBef>
              <a:spcAft>
                <a:spcPts val="0"/>
              </a:spcAft>
              <a:buClr>
                <a:schemeClr val="dk1"/>
              </a:buClr>
              <a:buSzPts val="1100"/>
              <a:buChar char="•"/>
              <a:defRPr sz="1100"/>
            </a:lvl6pPr>
            <a:lvl7pPr indent="-298450" lvl="6" marL="3200400" algn="l">
              <a:spcBef>
                <a:spcPts val="200"/>
              </a:spcBef>
              <a:spcAft>
                <a:spcPts val="0"/>
              </a:spcAft>
              <a:buClr>
                <a:schemeClr val="dk1"/>
              </a:buClr>
              <a:buSzPts val="1100"/>
              <a:buChar char="•"/>
              <a:defRPr sz="1100"/>
            </a:lvl7pPr>
            <a:lvl8pPr indent="-298450" lvl="7" marL="3657600" algn="l">
              <a:spcBef>
                <a:spcPts val="200"/>
              </a:spcBef>
              <a:spcAft>
                <a:spcPts val="0"/>
              </a:spcAft>
              <a:buClr>
                <a:schemeClr val="dk1"/>
              </a:buClr>
              <a:buSzPts val="1100"/>
              <a:buChar char="•"/>
              <a:defRPr sz="1100"/>
            </a:lvl8pPr>
            <a:lvl9pPr indent="-298450" lvl="8" marL="4114800" algn="l">
              <a:spcBef>
                <a:spcPts val="200"/>
              </a:spcBef>
              <a:spcAft>
                <a:spcPts val="0"/>
              </a:spcAft>
              <a:buClr>
                <a:schemeClr val="dk1"/>
              </a:buClr>
              <a:buSzPts val="1100"/>
              <a:buChar char="•"/>
              <a:defRPr sz="1100"/>
            </a:lvl9pPr>
          </a:lstStyle>
          <a:p/>
        </p:txBody>
      </p:sp>
      <p:sp>
        <p:nvSpPr>
          <p:cNvPr id="58" name="Google Shape;58;h770a2e5ec28c9777_2_35"/>
          <p:cNvSpPr txBox="1"/>
          <p:nvPr>
            <p:ph idx="10" type="dt"/>
          </p:nvPr>
        </p:nvSpPr>
        <p:spPr>
          <a:xfrm>
            <a:off x="304792" y="4237567"/>
            <a:ext cx="1422362" cy="243417"/>
          </a:xfrm>
          <a:prstGeom prst="rect">
            <a:avLst/>
          </a:prstGeom>
          <a:noFill/>
          <a:ln>
            <a:noFill/>
          </a:ln>
        </p:spPr>
        <p:txBody>
          <a:bodyPr anchorCtr="0" anchor="ctr" bIns="30475" lIns="60950" spcFirstLastPara="1" rIns="60950" wrap="square" tIns="30475">
            <a:noAutofit/>
          </a:bodyPr>
          <a:lstStyle>
            <a:lvl1pPr lvl="0" algn="l">
              <a:spcBef>
                <a:spcPts val="0"/>
              </a:spcBef>
              <a:spcAft>
                <a:spcPts val="0"/>
              </a:spcAft>
              <a:buSzPts val="900"/>
              <a:buNone/>
              <a:defRPr/>
            </a:lvl1pPr>
            <a:lvl2pPr lvl="1" algn="l">
              <a:spcBef>
                <a:spcPts val="0"/>
              </a:spcBef>
              <a:spcAft>
                <a:spcPts val="0"/>
              </a:spcAft>
              <a:buSzPts val="900"/>
              <a:buNone/>
              <a:defRPr/>
            </a:lvl2pPr>
            <a:lvl3pPr lvl="2" algn="l">
              <a:spcBef>
                <a:spcPts val="0"/>
              </a:spcBef>
              <a:spcAft>
                <a:spcPts val="0"/>
              </a:spcAft>
              <a:buSzPts val="900"/>
              <a:buNone/>
              <a:defRPr/>
            </a:lvl3pPr>
            <a:lvl4pPr lvl="3" algn="l">
              <a:spcBef>
                <a:spcPts val="0"/>
              </a:spcBef>
              <a:spcAft>
                <a:spcPts val="0"/>
              </a:spcAft>
              <a:buSzPts val="900"/>
              <a:buNone/>
              <a:defRPr/>
            </a:lvl4pPr>
            <a:lvl5pPr lvl="4" algn="l">
              <a:spcBef>
                <a:spcPts val="0"/>
              </a:spcBef>
              <a:spcAft>
                <a:spcPts val="0"/>
              </a:spcAft>
              <a:buSzPts val="900"/>
              <a:buNone/>
              <a:defRPr/>
            </a:lvl5pPr>
            <a:lvl6pPr lvl="5" algn="l">
              <a:spcBef>
                <a:spcPts val="0"/>
              </a:spcBef>
              <a:spcAft>
                <a:spcPts val="0"/>
              </a:spcAft>
              <a:buSzPts val="900"/>
              <a:buNone/>
              <a:defRPr/>
            </a:lvl6pPr>
            <a:lvl7pPr lvl="6" algn="l">
              <a:spcBef>
                <a:spcPts val="0"/>
              </a:spcBef>
              <a:spcAft>
                <a:spcPts val="0"/>
              </a:spcAft>
              <a:buSzPts val="900"/>
              <a:buNone/>
              <a:defRPr/>
            </a:lvl7pPr>
            <a:lvl8pPr lvl="7" algn="l">
              <a:spcBef>
                <a:spcPts val="0"/>
              </a:spcBef>
              <a:spcAft>
                <a:spcPts val="0"/>
              </a:spcAft>
              <a:buSzPts val="900"/>
              <a:buNone/>
              <a:defRPr/>
            </a:lvl8pPr>
            <a:lvl9pPr lvl="8" algn="l">
              <a:spcBef>
                <a:spcPts val="0"/>
              </a:spcBef>
              <a:spcAft>
                <a:spcPts val="0"/>
              </a:spcAft>
              <a:buSzPts val="900"/>
              <a:buNone/>
              <a:defRPr/>
            </a:lvl9pPr>
          </a:lstStyle>
          <a:p/>
        </p:txBody>
      </p:sp>
      <p:sp>
        <p:nvSpPr>
          <p:cNvPr id="59" name="Google Shape;59;h770a2e5ec28c9777_2_35"/>
          <p:cNvSpPr txBox="1"/>
          <p:nvPr>
            <p:ph idx="11" type="ftr"/>
          </p:nvPr>
        </p:nvSpPr>
        <p:spPr>
          <a:xfrm>
            <a:off x="2082744" y="4237567"/>
            <a:ext cx="1930349" cy="243417"/>
          </a:xfrm>
          <a:prstGeom prst="rect">
            <a:avLst/>
          </a:prstGeom>
          <a:noFill/>
          <a:ln>
            <a:noFill/>
          </a:ln>
        </p:spPr>
        <p:txBody>
          <a:bodyPr anchorCtr="0" anchor="ctr" bIns="30475" lIns="60950" spcFirstLastPara="1" rIns="60950" wrap="square" tIns="30475">
            <a:noAutofit/>
          </a:bodyPr>
          <a:lstStyle>
            <a:lvl1pPr lvl="0" algn="ctr">
              <a:spcBef>
                <a:spcPts val="0"/>
              </a:spcBef>
              <a:spcAft>
                <a:spcPts val="0"/>
              </a:spcAft>
              <a:buSzPts val="900"/>
              <a:buNone/>
              <a:defRPr/>
            </a:lvl1pPr>
            <a:lvl2pPr lvl="1" algn="l">
              <a:spcBef>
                <a:spcPts val="0"/>
              </a:spcBef>
              <a:spcAft>
                <a:spcPts val="0"/>
              </a:spcAft>
              <a:buSzPts val="900"/>
              <a:buNone/>
              <a:defRPr/>
            </a:lvl2pPr>
            <a:lvl3pPr lvl="2" algn="l">
              <a:spcBef>
                <a:spcPts val="0"/>
              </a:spcBef>
              <a:spcAft>
                <a:spcPts val="0"/>
              </a:spcAft>
              <a:buSzPts val="900"/>
              <a:buNone/>
              <a:defRPr/>
            </a:lvl3pPr>
            <a:lvl4pPr lvl="3" algn="l">
              <a:spcBef>
                <a:spcPts val="0"/>
              </a:spcBef>
              <a:spcAft>
                <a:spcPts val="0"/>
              </a:spcAft>
              <a:buSzPts val="900"/>
              <a:buNone/>
              <a:defRPr/>
            </a:lvl4pPr>
            <a:lvl5pPr lvl="4" algn="l">
              <a:spcBef>
                <a:spcPts val="0"/>
              </a:spcBef>
              <a:spcAft>
                <a:spcPts val="0"/>
              </a:spcAft>
              <a:buSzPts val="900"/>
              <a:buNone/>
              <a:defRPr/>
            </a:lvl5pPr>
            <a:lvl6pPr lvl="5" algn="l">
              <a:spcBef>
                <a:spcPts val="0"/>
              </a:spcBef>
              <a:spcAft>
                <a:spcPts val="0"/>
              </a:spcAft>
              <a:buSzPts val="900"/>
              <a:buNone/>
              <a:defRPr/>
            </a:lvl6pPr>
            <a:lvl7pPr lvl="6" algn="l">
              <a:spcBef>
                <a:spcPts val="0"/>
              </a:spcBef>
              <a:spcAft>
                <a:spcPts val="0"/>
              </a:spcAft>
              <a:buSzPts val="900"/>
              <a:buNone/>
              <a:defRPr/>
            </a:lvl7pPr>
            <a:lvl8pPr lvl="7" algn="l">
              <a:spcBef>
                <a:spcPts val="0"/>
              </a:spcBef>
              <a:spcAft>
                <a:spcPts val="0"/>
              </a:spcAft>
              <a:buSzPts val="900"/>
              <a:buNone/>
              <a:defRPr/>
            </a:lvl8pPr>
            <a:lvl9pPr lvl="8" algn="l">
              <a:spcBef>
                <a:spcPts val="0"/>
              </a:spcBef>
              <a:spcAft>
                <a:spcPts val="0"/>
              </a:spcAft>
              <a:buSzPts val="900"/>
              <a:buNone/>
              <a:defRPr/>
            </a:lvl9pPr>
          </a:lstStyle>
          <a:p/>
        </p:txBody>
      </p:sp>
      <p:sp>
        <p:nvSpPr>
          <p:cNvPr id="60" name="Google Shape;60;h770a2e5ec28c9777_2_35"/>
          <p:cNvSpPr txBox="1"/>
          <p:nvPr>
            <p:ph idx="12" type="sldNum"/>
          </p:nvPr>
        </p:nvSpPr>
        <p:spPr>
          <a:xfrm>
            <a:off x="4368684" y="4237567"/>
            <a:ext cx="1422362" cy="243417"/>
          </a:xfrm>
          <a:prstGeom prst="rect">
            <a:avLst/>
          </a:prstGeom>
          <a:noFill/>
          <a:ln>
            <a:noFill/>
          </a:ln>
        </p:spPr>
        <p:txBody>
          <a:bodyPr anchorCtr="0" anchor="ctr" bIns="30475" lIns="60950" spcFirstLastPara="1" rIns="60950" wrap="square" tIns="304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1" name="Shape 61"/>
        <p:cNvGrpSpPr/>
        <p:nvPr/>
      </p:nvGrpSpPr>
      <p:grpSpPr>
        <a:xfrm>
          <a:off x="0" y="0"/>
          <a:ext cx="0" cy="0"/>
          <a:chOff x="0" y="0"/>
          <a:chExt cx="0" cy="0"/>
        </a:xfrm>
      </p:grpSpPr>
      <p:sp>
        <p:nvSpPr>
          <p:cNvPr id="62" name="Google Shape;62;h770a2e5ec28c9777_2_44"/>
          <p:cNvSpPr txBox="1"/>
          <p:nvPr>
            <p:ph type="title"/>
          </p:nvPr>
        </p:nvSpPr>
        <p:spPr>
          <a:xfrm>
            <a:off x="304792" y="183092"/>
            <a:ext cx="5486254" cy="762000"/>
          </a:xfrm>
          <a:prstGeom prst="rect">
            <a:avLst/>
          </a:prstGeom>
          <a:noFill/>
          <a:ln>
            <a:noFill/>
          </a:ln>
        </p:spPr>
        <p:txBody>
          <a:bodyPr anchorCtr="0" anchor="ctr" bIns="30475" lIns="60950" spcFirstLastPara="1" rIns="60950" wrap="square" tIns="30475">
            <a:normAutofit/>
          </a:bodyPr>
          <a:lstStyle>
            <a:lvl1pPr lvl="0" algn="ctr">
              <a:spcBef>
                <a:spcPts val="0"/>
              </a:spcBef>
              <a:spcAft>
                <a:spcPts val="0"/>
              </a:spcAft>
              <a:buClr>
                <a:schemeClr val="dk1"/>
              </a:buClr>
              <a:buSzPts val="1200"/>
              <a:buNone/>
              <a:defRPr/>
            </a:lvl1pPr>
            <a:lvl2pPr lvl="1">
              <a:spcBef>
                <a:spcPts val="0"/>
              </a:spcBef>
              <a:spcAft>
                <a:spcPts val="0"/>
              </a:spcAft>
              <a:buSzPts val="900"/>
              <a:buNone/>
              <a:defRPr/>
            </a:lvl2pPr>
            <a:lvl3pPr lvl="2">
              <a:spcBef>
                <a:spcPts val="0"/>
              </a:spcBef>
              <a:spcAft>
                <a:spcPts val="0"/>
              </a:spcAft>
              <a:buSzPts val="900"/>
              <a:buNone/>
              <a:defRPr/>
            </a:lvl3pPr>
            <a:lvl4pPr lvl="3">
              <a:spcBef>
                <a:spcPts val="0"/>
              </a:spcBef>
              <a:spcAft>
                <a:spcPts val="0"/>
              </a:spcAft>
              <a:buSzPts val="900"/>
              <a:buNone/>
              <a:defRPr/>
            </a:lvl4pPr>
            <a:lvl5pPr lvl="4">
              <a:spcBef>
                <a:spcPts val="0"/>
              </a:spcBef>
              <a:spcAft>
                <a:spcPts val="0"/>
              </a:spcAft>
              <a:buSzPts val="900"/>
              <a:buNone/>
              <a:defRPr/>
            </a:lvl5pPr>
            <a:lvl6pPr lvl="5">
              <a:spcBef>
                <a:spcPts val="0"/>
              </a:spcBef>
              <a:spcAft>
                <a:spcPts val="0"/>
              </a:spcAft>
              <a:buSzPts val="900"/>
              <a:buNone/>
              <a:defRPr/>
            </a:lvl6pPr>
            <a:lvl7pPr lvl="6">
              <a:spcBef>
                <a:spcPts val="0"/>
              </a:spcBef>
              <a:spcAft>
                <a:spcPts val="0"/>
              </a:spcAft>
              <a:buSzPts val="900"/>
              <a:buNone/>
              <a:defRPr/>
            </a:lvl7pPr>
            <a:lvl8pPr lvl="7">
              <a:spcBef>
                <a:spcPts val="0"/>
              </a:spcBef>
              <a:spcAft>
                <a:spcPts val="0"/>
              </a:spcAft>
              <a:buSzPts val="900"/>
              <a:buNone/>
              <a:defRPr/>
            </a:lvl8pPr>
            <a:lvl9pPr lvl="8">
              <a:spcBef>
                <a:spcPts val="0"/>
              </a:spcBef>
              <a:spcAft>
                <a:spcPts val="0"/>
              </a:spcAft>
              <a:buSzPts val="900"/>
              <a:buNone/>
              <a:defRPr/>
            </a:lvl9pPr>
          </a:lstStyle>
          <a:p/>
        </p:txBody>
      </p:sp>
      <p:sp>
        <p:nvSpPr>
          <p:cNvPr id="63" name="Google Shape;63;h770a2e5ec28c9777_2_44"/>
          <p:cNvSpPr txBox="1"/>
          <p:nvPr>
            <p:ph idx="10" type="dt"/>
          </p:nvPr>
        </p:nvSpPr>
        <p:spPr>
          <a:xfrm>
            <a:off x="304792" y="4237567"/>
            <a:ext cx="1422362" cy="243417"/>
          </a:xfrm>
          <a:prstGeom prst="rect">
            <a:avLst/>
          </a:prstGeom>
          <a:noFill/>
          <a:ln>
            <a:noFill/>
          </a:ln>
        </p:spPr>
        <p:txBody>
          <a:bodyPr anchorCtr="0" anchor="ctr" bIns="30475" lIns="60950" spcFirstLastPara="1" rIns="60950" wrap="square" tIns="30475">
            <a:noAutofit/>
          </a:bodyPr>
          <a:lstStyle>
            <a:lvl1pPr lvl="0" algn="l">
              <a:spcBef>
                <a:spcPts val="0"/>
              </a:spcBef>
              <a:spcAft>
                <a:spcPts val="0"/>
              </a:spcAft>
              <a:buSzPts val="900"/>
              <a:buNone/>
              <a:defRPr/>
            </a:lvl1pPr>
            <a:lvl2pPr lvl="1" algn="l">
              <a:spcBef>
                <a:spcPts val="0"/>
              </a:spcBef>
              <a:spcAft>
                <a:spcPts val="0"/>
              </a:spcAft>
              <a:buSzPts val="900"/>
              <a:buNone/>
              <a:defRPr/>
            </a:lvl2pPr>
            <a:lvl3pPr lvl="2" algn="l">
              <a:spcBef>
                <a:spcPts val="0"/>
              </a:spcBef>
              <a:spcAft>
                <a:spcPts val="0"/>
              </a:spcAft>
              <a:buSzPts val="900"/>
              <a:buNone/>
              <a:defRPr/>
            </a:lvl3pPr>
            <a:lvl4pPr lvl="3" algn="l">
              <a:spcBef>
                <a:spcPts val="0"/>
              </a:spcBef>
              <a:spcAft>
                <a:spcPts val="0"/>
              </a:spcAft>
              <a:buSzPts val="900"/>
              <a:buNone/>
              <a:defRPr/>
            </a:lvl4pPr>
            <a:lvl5pPr lvl="4" algn="l">
              <a:spcBef>
                <a:spcPts val="0"/>
              </a:spcBef>
              <a:spcAft>
                <a:spcPts val="0"/>
              </a:spcAft>
              <a:buSzPts val="900"/>
              <a:buNone/>
              <a:defRPr/>
            </a:lvl5pPr>
            <a:lvl6pPr lvl="5" algn="l">
              <a:spcBef>
                <a:spcPts val="0"/>
              </a:spcBef>
              <a:spcAft>
                <a:spcPts val="0"/>
              </a:spcAft>
              <a:buSzPts val="900"/>
              <a:buNone/>
              <a:defRPr/>
            </a:lvl6pPr>
            <a:lvl7pPr lvl="6" algn="l">
              <a:spcBef>
                <a:spcPts val="0"/>
              </a:spcBef>
              <a:spcAft>
                <a:spcPts val="0"/>
              </a:spcAft>
              <a:buSzPts val="900"/>
              <a:buNone/>
              <a:defRPr/>
            </a:lvl7pPr>
            <a:lvl8pPr lvl="7" algn="l">
              <a:spcBef>
                <a:spcPts val="0"/>
              </a:spcBef>
              <a:spcAft>
                <a:spcPts val="0"/>
              </a:spcAft>
              <a:buSzPts val="900"/>
              <a:buNone/>
              <a:defRPr/>
            </a:lvl8pPr>
            <a:lvl9pPr lvl="8" algn="l">
              <a:spcBef>
                <a:spcPts val="0"/>
              </a:spcBef>
              <a:spcAft>
                <a:spcPts val="0"/>
              </a:spcAft>
              <a:buSzPts val="900"/>
              <a:buNone/>
              <a:defRPr/>
            </a:lvl9pPr>
          </a:lstStyle>
          <a:p/>
        </p:txBody>
      </p:sp>
      <p:sp>
        <p:nvSpPr>
          <p:cNvPr id="64" name="Google Shape;64;h770a2e5ec28c9777_2_44"/>
          <p:cNvSpPr txBox="1"/>
          <p:nvPr>
            <p:ph idx="11" type="ftr"/>
          </p:nvPr>
        </p:nvSpPr>
        <p:spPr>
          <a:xfrm>
            <a:off x="2082744" y="4237567"/>
            <a:ext cx="1930349" cy="243417"/>
          </a:xfrm>
          <a:prstGeom prst="rect">
            <a:avLst/>
          </a:prstGeom>
          <a:noFill/>
          <a:ln>
            <a:noFill/>
          </a:ln>
        </p:spPr>
        <p:txBody>
          <a:bodyPr anchorCtr="0" anchor="ctr" bIns="30475" lIns="60950" spcFirstLastPara="1" rIns="60950" wrap="square" tIns="30475">
            <a:noAutofit/>
          </a:bodyPr>
          <a:lstStyle>
            <a:lvl1pPr lvl="0" algn="ctr">
              <a:spcBef>
                <a:spcPts val="0"/>
              </a:spcBef>
              <a:spcAft>
                <a:spcPts val="0"/>
              </a:spcAft>
              <a:buSzPts val="900"/>
              <a:buNone/>
              <a:defRPr/>
            </a:lvl1pPr>
            <a:lvl2pPr lvl="1" algn="l">
              <a:spcBef>
                <a:spcPts val="0"/>
              </a:spcBef>
              <a:spcAft>
                <a:spcPts val="0"/>
              </a:spcAft>
              <a:buSzPts val="900"/>
              <a:buNone/>
              <a:defRPr/>
            </a:lvl2pPr>
            <a:lvl3pPr lvl="2" algn="l">
              <a:spcBef>
                <a:spcPts val="0"/>
              </a:spcBef>
              <a:spcAft>
                <a:spcPts val="0"/>
              </a:spcAft>
              <a:buSzPts val="900"/>
              <a:buNone/>
              <a:defRPr/>
            </a:lvl3pPr>
            <a:lvl4pPr lvl="3" algn="l">
              <a:spcBef>
                <a:spcPts val="0"/>
              </a:spcBef>
              <a:spcAft>
                <a:spcPts val="0"/>
              </a:spcAft>
              <a:buSzPts val="900"/>
              <a:buNone/>
              <a:defRPr/>
            </a:lvl4pPr>
            <a:lvl5pPr lvl="4" algn="l">
              <a:spcBef>
                <a:spcPts val="0"/>
              </a:spcBef>
              <a:spcAft>
                <a:spcPts val="0"/>
              </a:spcAft>
              <a:buSzPts val="900"/>
              <a:buNone/>
              <a:defRPr/>
            </a:lvl5pPr>
            <a:lvl6pPr lvl="5" algn="l">
              <a:spcBef>
                <a:spcPts val="0"/>
              </a:spcBef>
              <a:spcAft>
                <a:spcPts val="0"/>
              </a:spcAft>
              <a:buSzPts val="900"/>
              <a:buNone/>
              <a:defRPr/>
            </a:lvl6pPr>
            <a:lvl7pPr lvl="6" algn="l">
              <a:spcBef>
                <a:spcPts val="0"/>
              </a:spcBef>
              <a:spcAft>
                <a:spcPts val="0"/>
              </a:spcAft>
              <a:buSzPts val="900"/>
              <a:buNone/>
              <a:defRPr/>
            </a:lvl7pPr>
            <a:lvl8pPr lvl="7" algn="l">
              <a:spcBef>
                <a:spcPts val="0"/>
              </a:spcBef>
              <a:spcAft>
                <a:spcPts val="0"/>
              </a:spcAft>
              <a:buSzPts val="900"/>
              <a:buNone/>
              <a:defRPr/>
            </a:lvl8pPr>
            <a:lvl9pPr lvl="8" algn="l">
              <a:spcBef>
                <a:spcPts val="0"/>
              </a:spcBef>
              <a:spcAft>
                <a:spcPts val="0"/>
              </a:spcAft>
              <a:buSzPts val="900"/>
              <a:buNone/>
              <a:defRPr/>
            </a:lvl9pPr>
          </a:lstStyle>
          <a:p/>
        </p:txBody>
      </p:sp>
      <p:sp>
        <p:nvSpPr>
          <p:cNvPr id="65" name="Google Shape;65;h770a2e5ec28c9777_2_44"/>
          <p:cNvSpPr txBox="1"/>
          <p:nvPr>
            <p:ph idx="12" type="sldNum"/>
          </p:nvPr>
        </p:nvSpPr>
        <p:spPr>
          <a:xfrm>
            <a:off x="4368684" y="4237567"/>
            <a:ext cx="1422362" cy="243417"/>
          </a:xfrm>
          <a:prstGeom prst="rect">
            <a:avLst/>
          </a:prstGeom>
          <a:noFill/>
          <a:ln>
            <a:noFill/>
          </a:ln>
        </p:spPr>
        <p:txBody>
          <a:bodyPr anchorCtr="0" anchor="ctr" bIns="30475" lIns="60950" spcFirstLastPara="1" rIns="60950" wrap="square" tIns="304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6" name="Shape 66"/>
        <p:cNvGrpSpPr/>
        <p:nvPr/>
      </p:nvGrpSpPr>
      <p:grpSpPr>
        <a:xfrm>
          <a:off x="0" y="0"/>
          <a:ext cx="0" cy="0"/>
          <a:chOff x="0" y="0"/>
          <a:chExt cx="0" cy="0"/>
        </a:xfrm>
      </p:grpSpPr>
      <p:sp>
        <p:nvSpPr>
          <p:cNvPr id="67" name="Google Shape;67;h770a2e5ec28c9777_2_49"/>
          <p:cNvSpPr txBox="1"/>
          <p:nvPr>
            <p:ph type="title"/>
          </p:nvPr>
        </p:nvSpPr>
        <p:spPr>
          <a:xfrm>
            <a:off x="304792" y="182033"/>
            <a:ext cx="2005489" cy="774700"/>
          </a:xfrm>
          <a:prstGeom prst="rect">
            <a:avLst/>
          </a:prstGeom>
          <a:noFill/>
          <a:ln>
            <a:noFill/>
          </a:ln>
        </p:spPr>
        <p:txBody>
          <a:bodyPr anchorCtr="0" anchor="b" bIns="30475" lIns="60950" spcFirstLastPara="1" rIns="60950" wrap="square" tIns="30475">
            <a:normAutofit/>
          </a:bodyPr>
          <a:lstStyle>
            <a:lvl1pPr lvl="0" algn="l">
              <a:spcBef>
                <a:spcPts val="0"/>
              </a:spcBef>
              <a:spcAft>
                <a:spcPts val="0"/>
              </a:spcAft>
              <a:buClr>
                <a:schemeClr val="dk1"/>
              </a:buClr>
              <a:buSzPts val="1300"/>
              <a:buFont typeface="Calibri"/>
              <a:buNone/>
              <a:defRPr b="1" sz="1300"/>
            </a:lvl1pPr>
            <a:lvl2pPr lvl="1">
              <a:spcBef>
                <a:spcPts val="0"/>
              </a:spcBef>
              <a:spcAft>
                <a:spcPts val="0"/>
              </a:spcAft>
              <a:buSzPts val="900"/>
              <a:buNone/>
              <a:defRPr/>
            </a:lvl2pPr>
            <a:lvl3pPr lvl="2">
              <a:spcBef>
                <a:spcPts val="0"/>
              </a:spcBef>
              <a:spcAft>
                <a:spcPts val="0"/>
              </a:spcAft>
              <a:buSzPts val="900"/>
              <a:buNone/>
              <a:defRPr/>
            </a:lvl3pPr>
            <a:lvl4pPr lvl="3">
              <a:spcBef>
                <a:spcPts val="0"/>
              </a:spcBef>
              <a:spcAft>
                <a:spcPts val="0"/>
              </a:spcAft>
              <a:buSzPts val="900"/>
              <a:buNone/>
              <a:defRPr/>
            </a:lvl4pPr>
            <a:lvl5pPr lvl="4">
              <a:spcBef>
                <a:spcPts val="0"/>
              </a:spcBef>
              <a:spcAft>
                <a:spcPts val="0"/>
              </a:spcAft>
              <a:buSzPts val="900"/>
              <a:buNone/>
              <a:defRPr/>
            </a:lvl5pPr>
            <a:lvl6pPr lvl="5">
              <a:spcBef>
                <a:spcPts val="0"/>
              </a:spcBef>
              <a:spcAft>
                <a:spcPts val="0"/>
              </a:spcAft>
              <a:buSzPts val="900"/>
              <a:buNone/>
              <a:defRPr/>
            </a:lvl6pPr>
            <a:lvl7pPr lvl="6">
              <a:spcBef>
                <a:spcPts val="0"/>
              </a:spcBef>
              <a:spcAft>
                <a:spcPts val="0"/>
              </a:spcAft>
              <a:buSzPts val="900"/>
              <a:buNone/>
              <a:defRPr/>
            </a:lvl7pPr>
            <a:lvl8pPr lvl="7">
              <a:spcBef>
                <a:spcPts val="0"/>
              </a:spcBef>
              <a:spcAft>
                <a:spcPts val="0"/>
              </a:spcAft>
              <a:buSzPts val="900"/>
              <a:buNone/>
              <a:defRPr/>
            </a:lvl8pPr>
            <a:lvl9pPr lvl="8">
              <a:spcBef>
                <a:spcPts val="0"/>
              </a:spcBef>
              <a:spcAft>
                <a:spcPts val="0"/>
              </a:spcAft>
              <a:buSzPts val="900"/>
              <a:buNone/>
              <a:defRPr/>
            </a:lvl9pPr>
          </a:lstStyle>
          <a:p/>
        </p:txBody>
      </p:sp>
      <p:sp>
        <p:nvSpPr>
          <p:cNvPr id="68" name="Google Shape;68;h770a2e5ec28c9777_2_49"/>
          <p:cNvSpPr txBox="1"/>
          <p:nvPr>
            <p:ph idx="1" type="body"/>
          </p:nvPr>
        </p:nvSpPr>
        <p:spPr>
          <a:xfrm>
            <a:off x="2383303" y="182033"/>
            <a:ext cx="3407742" cy="3902075"/>
          </a:xfrm>
          <a:prstGeom prst="rect">
            <a:avLst/>
          </a:prstGeom>
          <a:noFill/>
          <a:ln>
            <a:noFill/>
          </a:ln>
        </p:spPr>
        <p:txBody>
          <a:bodyPr anchorCtr="0" anchor="t" bIns="30475" lIns="60950" spcFirstLastPara="1" rIns="60950" wrap="square" tIns="30475">
            <a:normAutofit/>
          </a:bodyPr>
          <a:lstStyle>
            <a:lvl1pPr indent="-361950" lvl="0" marL="457200" algn="l">
              <a:spcBef>
                <a:spcPts val="400"/>
              </a:spcBef>
              <a:spcAft>
                <a:spcPts val="0"/>
              </a:spcAft>
              <a:buClr>
                <a:schemeClr val="dk1"/>
              </a:buClr>
              <a:buSzPts val="2100"/>
              <a:buChar char="•"/>
              <a:defRPr sz="2100"/>
            </a:lvl1pPr>
            <a:lvl2pPr indent="-349250" lvl="1" marL="914400" algn="l">
              <a:spcBef>
                <a:spcPts val="400"/>
              </a:spcBef>
              <a:spcAft>
                <a:spcPts val="0"/>
              </a:spcAft>
              <a:buClr>
                <a:schemeClr val="dk1"/>
              </a:buClr>
              <a:buSzPts val="1900"/>
              <a:buChar char="–"/>
              <a:defRPr sz="1900"/>
            </a:lvl2pPr>
            <a:lvl3pPr indent="-330200" lvl="2" marL="1371600" algn="l">
              <a:spcBef>
                <a:spcPts val="300"/>
              </a:spcBef>
              <a:spcAft>
                <a:spcPts val="0"/>
              </a:spcAft>
              <a:buClr>
                <a:schemeClr val="dk1"/>
              </a:buClr>
              <a:buSzPts val="1600"/>
              <a:buChar char="•"/>
              <a:defRPr sz="1600"/>
            </a:lvl3pPr>
            <a:lvl4pPr indent="-311150" lvl="3" marL="1828800" algn="l">
              <a:spcBef>
                <a:spcPts val="300"/>
              </a:spcBef>
              <a:spcAft>
                <a:spcPts val="0"/>
              </a:spcAft>
              <a:buClr>
                <a:schemeClr val="dk1"/>
              </a:buClr>
              <a:buSzPts val="1300"/>
              <a:buChar char="–"/>
              <a:defRPr sz="1300"/>
            </a:lvl4pPr>
            <a:lvl5pPr indent="-311150" lvl="4" marL="2286000" algn="l">
              <a:spcBef>
                <a:spcPts val="300"/>
              </a:spcBef>
              <a:spcAft>
                <a:spcPts val="0"/>
              </a:spcAft>
              <a:buClr>
                <a:schemeClr val="dk1"/>
              </a:buClr>
              <a:buSzPts val="1300"/>
              <a:buChar char="»"/>
              <a:defRPr sz="1300"/>
            </a:lvl5pPr>
            <a:lvl6pPr indent="-311150" lvl="5" marL="2743200" algn="l">
              <a:spcBef>
                <a:spcPts val="300"/>
              </a:spcBef>
              <a:spcAft>
                <a:spcPts val="0"/>
              </a:spcAft>
              <a:buClr>
                <a:schemeClr val="dk1"/>
              </a:buClr>
              <a:buSzPts val="1300"/>
              <a:buChar char="•"/>
              <a:defRPr sz="1300"/>
            </a:lvl6pPr>
            <a:lvl7pPr indent="-311150" lvl="6" marL="3200400" algn="l">
              <a:spcBef>
                <a:spcPts val="300"/>
              </a:spcBef>
              <a:spcAft>
                <a:spcPts val="0"/>
              </a:spcAft>
              <a:buClr>
                <a:schemeClr val="dk1"/>
              </a:buClr>
              <a:buSzPts val="1300"/>
              <a:buChar char="•"/>
              <a:defRPr sz="1300"/>
            </a:lvl7pPr>
            <a:lvl8pPr indent="-311150" lvl="7" marL="3657600" algn="l">
              <a:spcBef>
                <a:spcPts val="300"/>
              </a:spcBef>
              <a:spcAft>
                <a:spcPts val="0"/>
              </a:spcAft>
              <a:buClr>
                <a:schemeClr val="dk1"/>
              </a:buClr>
              <a:buSzPts val="1300"/>
              <a:buChar char="•"/>
              <a:defRPr sz="1300"/>
            </a:lvl8pPr>
            <a:lvl9pPr indent="-311150" lvl="8" marL="4114800" algn="l">
              <a:spcBef>
                <a:spcPts val="300"/>
              </a:spcBef>
              <a:spcAft>
                <a:spcPts val="0"/>
              </a:spcAft>
              <a:buClr>
                <a:schemeClr val="dk1"/>
              </a:buClr>
              <a:buSzPts val="1300"/>
              <a:buChar char="•"/>
              <a:defRPr sz="1300"/>
            </a:lvl9pPr>
          </a:lstStyle>
          <a:p/>
        </p:txBody>
      </p:sp>
      <p:sp>
        <p:nvSpPr>
          <p:cNvPr id="69" name="Google Shape;69;h770a2e5ec28c9777_2_49"/>
          <p:cNvSpPr txBox="1"/>
          <p:nvPr>
            <p:ph idx="2" type="body"/>
          </p:nvPr>
        </p:nvSpPr>
        <p:spPr>
          <a:xfrm>
            <a:off x="304792" y="956733"/>
            <a:ext cx="2005489" cy="3127375"/>
          </a:xfrm>
          <a:prstGeom prst="rect">
            <a:avLst/>
          </a:prstGeom>
          <a:noFill/>
          <a:ln>
            <a:noFill/>
          </a:ln>
        </p:spPr>
        <p:txBody>
          <a:bodyPr anchorCtr="0" anchor="t" bIns="30475" lIns="60950" spcFirstLastPara="1" rIns="60950" wrap="square" tIns="30475">
            <a:normAutofit/>
          </a:bodyPr>
          <a:lstStyle>
            <a:lvl1pPr indent="-228600" lvl="0" marL="457200" algn="l">
              <a:spcBef>
                <a:spcPts val="200"/>
              </a:spcBef>
              <a:spcAft>
                <a:spcPts val="0"/>
              </a:spcAft>
              <a:buClr>
                <a:schemeClr val="dk1"/>
              </a:buClr>
              <a:buSzPts val="900"/>
              <a:buNone/>
              <a:defRPr sz="900"/>
            </a:lvl1pPr>
            <a:lvl2pPr indent="-228600" lvl="1" marL="914400" algn="l">
              <a:spcBef>
                <a:spcPts val="200"/>
              </a:spcBef>
              <a:spcAft>
                <a:spcPts val="0"/>
              </a:spcAft>
              <a:buClr>
                <a:schemeClr val="dk1"/>
              </a:buClr>
              <a:buSzPts val="800"/>
              <a:buNone/>
              <a:defRPr sz="800"/>
            </a:lvl2pPr>
            <a:lvl3pPr indent="-228600" lvl="2" marL="1371600" algn="l">
              <a:spcBef>
                <a:spcPts val="100"/>
              </a:spcBef>
              <a:spcAft>
                <a:spcPts val="0"/>
              </a:spcAft>
              <a:buClr>
                <a:schemeClr val="dk1"/>
              </a:buClr>
              <a:buSzPts val="700"/>
              <a:buNone/>
              <a:defRPr sz="700"/>
            </a:lvl3pPr>
            <a:lvl4pPr indent="-228600" lvl="3" marL="1828800" algn="l">
              <a:spcBef>
                <a:spcPts val="100"/>
              </a:spcBef>
              <a:spcAft>
                <a:spcPts val="0"/>
              </a:spcAft>
              <a:buClr>
                <a:schemeClr val="dk1"/>
              </a:buClr>
              <a:buSzPts val="600"/>
              <a:buNone/>
              <a:defRPr sz="600"/>
            </a:lvl4pPr>
            <a:lvl5pPr indent="-228600" lvl="4" marL="2286000" algn="l">
              <a:spcBef>
                <a:spcPts val="100"/>
              </a:spcBef>
              <a:spcAft>
                <a:spcPts val="0"/>
              </a:spcAft>
              <a:buClr>
                <a:schemeClr val="dk1"/>
              </a:buClr>
              <a:buSzPts val="600"/>
              <a:buNone/>
              <a:defRPr sz="600"/>
            </a:lvl5pPr>
            <a:lvl6pPr indent="-228600" lvl="5" marL="2743200" algn="l">
              <a:spcBef>
                <a:spcPts val="100"/>
              </a:spcBef>
              <a:spcAft>
                <a:spcPts val="0"/>
              </a:spcAft>
              <a:buClr>
                <a:schemeClr val="dk1"/>
              </a:buClr>
              <a:buSzPts val="600"/>
              <a:buNone/>
              <a:defRPr sz="600"/>
            </a:lvl6pPr>
            <a:lvl7pPr indent="-228600" lvl="6" marL="3200400" algn="l">
              <a:spcBef>
                <a:spcPts val="100"/>
              </a:spcBef>
              <a:spcAft>
                <a:spcPts val="0"/>
              </a:spcAft>
              <a:buClr>
                <a:schemeClr val="dk1"/>
              </a:buClr>
              <a:buSzPts val="600"/>
              <a:buNone/>
              <a:defRPr sz="600"/>
            </a:lvl7pPr>
            <a:lvl8pPr indent="-228600" lvl="7" marL="3657600" algn="l">
              <a:spcBef>
                <a:spcPts val="100"/>
              </a:spcBef>
              <a:spcAft>
                <a:spcPts val="0"/>
              </a:spcAft>
              <a:buClr>
                <a:schemeClr val="dk1"/>
              </a:buClr>
              <a:buSzPts val="600"/>
              <a:buNone/>
              <a:defRPr sz="600"/>
            </a:lvl8pPr>
            <a:lvl9pPr indent="-228600" lvl="8" marL="4114800" algn="l">
              <a:spcBef>
                <a:spcPts val="100"/>
              </a:spcBef>
              <a:spcAft>
                <a:spcPts val="0"/>
              </a:spcAft>
              <a:buClr>
                <a:schemeClr val="dk1"/>
              </a:buClr>
              <a:buSzPts val="600"/>
              <a:buNone/>
              <a:defRPr sz="600"/>
            </a:lvl9pPr>
          </a:lstStyle>
          <a:p/>
        </p:txBody>
      </p:sp>
      <p:sp>
        <p:nvSpPr>
          <p:cNvPr id="70" name="Google Shape;70;h770a2e5ec28c9777_2_49"/>
          <p:cNvSpPr txBox="1"/>
          <p:nvPr>
            <p:ph idx="10" type="dt"/>
          </p:nvPr>
        </p:nvSpPr>
        <p:spPr>
          <a:xfrm>
            <a:off x="304792" y="4237567"/>
            <a:ext cx="1422362" cy="243417"/>
          </a:xfrm>
          <a:prstGeom prst="rect">
            <a:avLst/>
          </a:prstGeom>
          <a:noFill/>
          <a:ln>
            <a:noFill/>
          </a:ln>
        </p:spPr>
        <p:txBody>
          <a:bodyPr anchorCtr="0" anchor="ctr" bIns="30475" lIns="60950" spcFirstLastPara="1" rIns="60950" wrap="square" tIns="30475">
            <a:noAutofit/>
          </a:bodyPr>
          <a:lstStyle>
            <a:lvl1pPr lvl="0" algn="l">
              <a:spcBef>
                <a:spcPts val="0"/>
              </a:spcBef>
              <a:spcAft>
                <a:spcPts val="0"/>
              </a:spcAft>
              <a:buSzPts val="900"/>
              <a:buNone/>
              <a:defRPr/>
            </a:lvl1pPr>
            <a:lvl2pPr lvl="1" algn="l">
              <a:spcBef>
                <a:spcPts val="0"/>
              </a:spcBef>
              <a:spcAft>
                <a:spcPts val="0"/>
              </a:spcAft>
              <a:buSzPts val="900"/>
              <a:buNone/>
              <a:defRPr/>
            </a:lvl2pPr>
            <a:lvl3pPr lvl="2" algn="l">
              <a:spcBef>
                <a:spcPts val="0"/>
              </a:spcBef>
              <a:spcAft>
                <a:spcPts val="0"/>
              </a:spcAft>
              <a:buSzPts val="900"/>
              <a:buNone/>
              <a:defRPr/>
            </a:lvl3pPr>
            <a:lvl4pPr lvl="3" algn="l">
              <a:spcBef>
                <a:spcPts val="0"/>
              </a:spcBef>
              <a:spcAft>
                <a:spcPts val="0"/>
              </a:spcAft>
              <a:buSzPts val="900"/>
              <a:buNone/>
              <a:defRPr/>
            </a:lvl4pPr>
            <a:lvl5pPr lvl="4" algn="l">
              <a:spcBef>
                <a:spcPts val="0"/>
              </a:spcBef>
              <a:spcAft>
                <a:spcPts val="0"/>
              </a:spcAft>
              <a:buSzPts val="900"/>
              <a:buNone/>
              <a:defRPr/>
            </a:lvl5pPr>
            <a:lvl6pPr lvl="5" algn="l">
              <a:spcBef>
                <a:spcPts val="0"/>
              </a:spcBef>
              <a:spcAft>
                <a:spcPts val="0"/>
              </a:spcAft>
              <a:buSzPts val="900"/>
              <a:buNone/>
              <a:defRPr/>
            </a:lvl6pPr>
            <a:lvl7pPr lvl="6" algn="l">
              <a:spcBef>
                <a:spcPts val="0"/>
              </a:spcBef>
              <a:spcAft>
                <a:spcPts val="0"/>
              </a:spcAft>
              <a:buSzPts val="900"/>
              <a:buNone/>
              <a:defRPr/>
            </a:lvl7pPr>
            <a:lvl8pPr lvl="7" algn="l">
              <a:spcBef>
                <a:spcPts val="0"/>
              </a:spcBef>
              <a:spcAft>
                <a:spcPts val="0"/>
              </a:spcAft>
              <a:buSzPts val="900"/>
              <a:buNone/>
              <a:defRPr/>
            </a:lvl8pPr>
            <a:lvl9pPr lvl="8" algn="l">
              <a:spcBef>
                <a:spcPts val="0"/>
              </a:spcBef>
              <a:spcAft>
                <a:spcPts val="0"/>
              </a:spcAft>
              <a:buSzPts val="900"/>
              <a:buNone/>
              <a:defRPr/>
            </a:lvl9pPr>
          </a:lstStyle>
          <a:p/>
        </p:txBody>
      </p:sp>
      <p:sp>
        <p:nvSpPr>
          <p:cNvPr id="71" name="Google Shape;71;h770a2e5ec28c9777_2_49"/>
          <p:cNvSpPr txBox="1"/>
          <p:nvPr>
            <p:ph idx="11" type="ftr"/>
          </p:nvPr>
        </p:nvSpPr>
        <p:spPr>
          <a:xfrm>
            <a:off x="2082744" y="4237567"/>
            <a:ext cx="1930349" cy="243417"/>
          </a:xfrm>
          <a:prstGeom prst="rect">
            <a:avLst/>
          </a:prstGeom>
          <a:noFill/>
          <a:ln>
            <a:noFill/>
          </a:ln>
        </p:spPr>
        <p:txBody>
          <a:bodyPr anchorCtr="0" anchor="ctr" bIns="30475" lIns="60950" spcFirstLastPara="1" rIns="60950" wrap="square" tIns="30475">
            <a:noAutofit/>
          </a:bodyPr>
          <a:lstStyle>
            <a:lvl1pPr lvl="0" algn="ctr">
              <a:spcBef>
                <a:spcPts val="0"/>
              </a:spcBef>
              <a:spcAft>
                <a:spcPts val="0"/>
              </a:spcAft>
              <a:buSzPts val="900"/>
              <a:buNone/>
              <a:defRPr/>
            </a:lvl1pPr>
            <a:lvl2pPr lvl="1" algn="l">
              <a:spcBef>
                <a:spcPts val="0"/>
              </a:spcBef>
              <a:spcAft>
                <a:spcPts val="0"/>
              </a:spcAft>
              <a:buSzPts val="900"/>
              <a:buNone/>
              <a:defRPr/>
            </a:lvl2pPr>
            <a:lvl3pPr lvl="2" algn="l">
              <a:spcBef>
                <a:spcPts val="0"/>
              </a:spcBef>
              <a:spcAft>
                <a:spcPts val="0"/>
              </a:spcAft>
              <a:buSzPts val="900"/>
              <a:buNone/>
              <a:defRPr/>
            </a:lvl3pPr>
            <a:lvl4pPr lvl="3" algn="l">
              <a:spcBef>
                <a:spcPts val="0"/>
              </a:spcBef>
              <a:spcAft>
                <a:spcPts val="0"/>
              </a:spcAft>
              <a:buSzPts val="900"/>
              <a:buNone/>
              <a:defRPr/>
            </a:lvl4pPr>
            <a:lvl5pPr lvl="4" algn="l">
              <a:spcBef>
                <a:spcPts val="0"/>
              </a:spcBef>
              <a:spcAft>
                <a:spcPts val="0"/>
              </a:spcAft>
              <a:buSzPts val="900"/>
              <a:buNone/>
              <a:defRPr/>
            </a:lvl5pPr>
            <a:lvl6pPr lvl="5" algn="l">
              <a:spcBef>
                <a:spcPts val="0"/>
              </a:spcBef>
              <a:spcAft>
                <a:spcPts val="0"/>
              </a:spcAft>
              <a:buSzPts val="900"/>
              <a:buNone/>
              <a:defRPr/>
            </a:lvl6pPr>
            <a:lvl7pPr lvl="6" algn="l">
              <a:spcBef>
                <a:spcPts val="0"/>
              </a:spcBef>
              <a:spcAft>
                <a:spcPts val="0"/>
              </a:spcAft>
              <a:buSzPts val="900"/>
              <a:buNone/>
              <a:defRPr/>
            </a:lvl7pPr>
            <a:lvl8pPr lvl="7" algn="l">
              <a:spcBef>
                <a:spcPts val="0"/>
              </a:spcBef>
              <a:spcAft>
                <a:spcPts val="0"/>
              </a:spcAft>
              <a:buSzPts val="900"/>
              <a:buNone/>
              <a:defRPr/>
            </a:lvl8pPr>
            <a:lvl9pPr lvl="8" algn="l">
              <a:spcBef>
                <a:spcPts val="0"/>
              </a:spcBef>
              <a:spcAft>
                <a:spcPts val="0"/>
              </a:spcAft>
              <a:buSzPts val="900"/>
              <a:buNone/>
              <a:defRPr/>
            </a:lvl9pPr>
          </a:lstStyle>
          <a:p/>
        </p:txBody>
      </p:sp>
      <p:sp>
        <p:nvSpPr>
          <p:cNvPr id="72" name="Google Shape;72;h770a2e5ec28c9777_2_49"/>
          <p:cNvSpPr txBox="1"/>
          <p:nvPr>
            <p:ph idx="12" type="sldNum"/>
          </p:nvPr>
        </p:nvSpPr>
        <p:spPr>
          <a:xfrm>
            <a:off x="4368684" y="4237567"/>
            <a:ext cx="1422362" cy="243417"/>
          </a:xfrm>
          <a:prstGeom prst="rect">
            <a:avLst/>
          </a:prstGeom>
          <a:noFill/>
          <a:ln>
            <a:noFill/>
          </a:ln>
        </p:spPr>
        <p:txBody>
          <a:bodyPr anchorCtr="0" anchor="ctr" bIns="30475" lIns="60950" spcFirstLastPara="1" rIns="60950" wrap="square" tIns="304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73" name="Shape 73"/>
        <p:cNvGrpSpPr/>
        <p:nvPr/>
      </p:nvGrpSpPr>
      <p:grpSpPr>
        <a:xfrm>
          <a:off x="0" y="0"/>
          <a:ext cx="0" cy="0"/>
          <a:chOff x="0" y="0"/>
          <a:chExt cx="0" cy="0"/>
        </a:xfrm>
      </p:grpSpPr>
      <p:sp>
        <p:nvSpPr>
          <p:cNvPr id="74" name="Google Shape;74;h770a2e5ec28c9777_2_56"/>
          <p:cNvSpPr txBox="1"/>
          <p:nvPr>
            <p:ph type="title"/>
          </p:nvPr>
        </p:nvSpPr>
        <p:spPr>
          <a:xfrm>
            <a:off x="1194827" y="3200400"/>
            <a:ext cx="3657503" cy="377825"/>
          </a:xfrm>
          <a:prstGeom prst="rect">
            <a:avLst/>
          </a:prstGeom>
          <a:noFill/>
          <a:ln>
            <a:noFill/>
          </a:ln>
        </p:spPr>
        <p:txBody>
          <a:bodyPr anchorCtr="0" anchor="b" bIns="30475" lIns="60950" spcFirstLastPara="1" rIns="60950" wrap="square" tIns="30475">
            <a:normAutofit/>
          </a:bodyPr>
          <a:lstStyle>
            <a:lvl1pPr lvl="0" algn="l">
              <a:spcBef>
                <a:spcPts val="0"/>
              </a:spcBef>
              <a:spcAft>
                <a:spcPts val="0"/>
              </a:spcAft>
              <a:buClr>
                <a:schemeClr val="dk1"/>
              </a:buClr>
              <a:buSzPts val="1300"/>
              <a:buFont typeface="Calibri"/>
              <a:buNone/>
              <a:defRPr b="1" sz="1300"/>
            </a:lvl1pPr>
            <a:lvl2pPr lvl="1">
              <a:spcBef>
                <a:spcPts val="0"/>
              </a:spcBef>
              <a:spcAft>
                <a:spcPts val="0"/>
              </a:spcAft>
              <a:buSzPts val="900"/>
              <a:buNone/>
              <a:defRPr/>
            </a:lvl2pPr>
            <a:lvl3pPr lvl="2">
              <a:spcBef>
                <a:spcPts val="0"/>
              </a:spcBef>
              <a:spcAft>
                <a:spcPts val="0"/>
              </a:spcAft>
              <a:buSzPts val="900"/>
              <a:buNone/>
              <a:defRPr/>
            </a:lvl3pPr>
            <a:lvl4pPr lvl="3">
              <a:spcBef>
                <a:spcPts val="0"/>
              </a:spcBef>
              <a:spcAft>
                <a:spcPts val="0"/>
              </a:spcAft>
              <a:buSzPts val="900"/>
              <a:buNone/>
              <a:defRPr/>
            </a:lvl4pPr>
            <a:lvl5pPr lvl="4">
              <a:spcBef>
                <a:spcPts val="0"/>
              </a:spcBef>
              <a:spcAft>
                <a:spcPts val="0"/>
              </a:spcAft>
              <a:buSzPts val="900"/>
              <a:buNone/>
              <a:defRPr/>
            </a:lvl5pPr>
            <a:lvl6pPr lvl="5">
              <a:spcBef>
                <a:spcPts val="0"/>
              </a:spcBef>
              <a:spcAft>
                <a:spcPts val="0"/>
              </a:spcAft>
              <a:buSzPts val="900"/>
              <a:buNone/>
              <a:defRPr/>
            </a:lvl6pPr>
            <a:lvl7pPr lvl="6">
              <a:spcBef>
                <a:spcPts val="0"/>
              </a:spcBef>
              <a:spcAft>
                <a:spcPts val="0"/>
              </a:spcAft>
              <a:buSzPts val="900"/>
              <a:buNone/>
              <a:defRPr/>
            </a:lvl7pPr>
            <a:lvl8pPr lvl="7">
              <a:spcBef>
                <a:spcPts val="0"/>
              </a:spcBef>
              <a:spcAft>
                <a:spcPts val="0"/>
              </a:spcAft>
              <a:buSzPts val="900"/>
              <a:buNone/>
              <a:defRPr/>
            </a:lvl8pPr>
            <a:lvl9pPr lvl="8">
              <a:spcBef>
                <a:spcPts val="0"/>
              </a:spcBef>
              <a:spcAft>
                <a:spcPts val="0"/>
              </a:spcAft>
              <a:buSzPts val="900"/>
              <a:buNone/>
              <a:defRPr/>
            </a:lvl9pPr>
          </a:lstStyle>
          <a:p/>
        </p:txBody>
      </p:sp>
      <p:sp>
        <p:nvSpPr>
          <p:cNvPr id="75" name="Google Shape;75;h770a2e5ec28c9777_2_56"/>
          <p:cNvSpPr/>
          <p:nvPr>
            <p:ph idx="2" type="pic"/>
          </p:nvPr>
        </p:nvSpPr>
        <p:spPr>
          <a:xfrm>
            <a:off x="1194827" y="408517"/>
            <a:ext cx="3657503" cy="2743200"/>
          </a:xfrm>
          <a:prstGeom prst="rect">
            <a:avLst/>
          </a:prstGeom>
          <a:noFill/>
          <a:ln>
            <a:noFill/>
          </a:ln>
        </p:spPr>
      </p:sp>
      <p:sp>
        <p:nvSpPr>
          <p:cNvPr id="76" name="Google Shape;76;h770a2e5ec28c9777_2_56"/>
          <p:cNvSpPr txBox="1"/>
          <p:nvPr>
            <p:ph idx="1" type="body"/>
          </p:nvPr>
        </p:nvSpPr>
        <p:spPr>
          <a:xfrm>
            <a:off x="1194827" y="3578225"/>
            <a:ext cx="3657503" cy="536575"/>
          </a:xfrm>
          <a:prstGeom prst="rect">
            <a:avLst/>
          </a:prstGeom>
          <a:noFill/>
          <a:ln>
            <a:noFill/>
          </a:ln>
        </p:spPr>
        <p:txBody>
          <a:bodyPr anchorCtr="0" anchor="t" bIns="30475" lIns="60950" spcFirstLastPara="1" rIns="60950" wrap="square" tIns="30475">
            <a:normAutofit/>
          </a:bodyPr>
          <a:lstStyle>
            <a:lvl1pPr indent="-228600" lvl="0" marL="457200" algn="l">
              <a:spcBef>
                <a:spcPts val="200"/>
              </a:spcBef>
              <a:spcAft>
                <a:spcPts val="0"/>
              </a:spcAft>
              <a:buClr>
                <a:schemeClr val="dk1"/>
              </a:buClr>
              <a:buSzPts val="900"/>
              <a:buNone/>
              <a:defRPr sz="900"/>
            </a:lvl1pPr>
            <a:lvl2pPr indent="-228600" lvl="1" marL="914400" algn="l">
              <a:spcBef>
                <a:spcPts val="200"/>
              </a:spcBef>
              <a:spcAft>
                <a:spcPts val="0"/>
              </a:spcAft>
              <a:buClr>
                <a:schemeClr val="dk1"/>
              </a:buClr>
              <a:buSzPts val="800"/>
              <a:buNone/>
              <a:defRPr sz="800"/>
            </a:lvl2pPr>
            <a:lvl3pPr indent="-228600" lvl="2" marL="1371600" algn="l">
              <a:spcBef>
                <a:spcPts val="100"/>
              </a:spcBef>
              <a:spcAft>
                <a:spcPts val="0"/>
              </a:spcAft>
              <a:buClr>
                <a:schemeClr val="dk1"/>
              </a:buClr>
              <a:buSzPts val="700"/>
              <a:buNone/>
              <a:defRPr sz="700"/>
            </a:lvl3pPr>
            <a:lvl4pPr indent="-228600" lvl="3" marL="1828800" algn="l">
              <a:spcBef>
                <a:spcPts val="100"/>
              </a:spcBef>
              <a:spcAft>
                <a:spcPts val="0"/>
              </a:spcAft>
              <a:buClr>
                <a:schemeClr val="dk1"/>
              </a:buClr>
              <a:buSzPts val="600"/>
              <a:buNone/>
              <a:defRPr sz="600"/>
            </a:lvl4pPr>
            <a:lvl5pPr indent="-228600" lvl="4" marL="2286000" algn="l">
              <a:spcBef>
                <a:spcPts val="100"/>
              </a:spcBef>
              <a:spcAft>
                <a:spcPts val="0"/>
              </a:spcAft>
              <a:buClr>
                <a:schemeClr val="dk1"/>
              </a:buClr>
              <a:buSzPts val="600"/>
              <a:buNone/>
              <a:defRPr sz="600"/>
            </a:lvl5pPr>
            <a:lvl6pPr indent="-228600" lvl="5" marL="2743200" algn="l">
              <a:spcBef>
                <a:spcPts val="100"/>
              </a:spcBef>
              <a:spcAft>
                <a:spcPts val="0"/>
              </a:spcAft>
              <a:buClr>
                <a:schemeClr val="dk1"/>
              </a:buClr>
              <a:buSzPts val="600"/>
              <a:buNone/>
              <a:defRPr sz="600"/>
            </a:lvl6pPr>
            <a:lvl7pPr indent="-228600" lvl="6" marL="3200400" algn="l">
              <a:spcBef>
                <a:spcPts val="100"/>
              </a:spcBef>
              <a:spcAft>
                <a:spcPts val="0"/>
              </a:spcAft>
              <a:buClr>
                <a:schemeClr val="dk1"/>
              </a:buClr>
              <a:buSzPts val="600"/>
              <a:buNone/>
              <a:defRPr sz="600"/>
            </a:lvl7pPr>
            <a:lvl8pPr indent="-228600" lvl="7" marL="3657600" algn="l">
              <a:spcBef>
                <a:spcPts val="100"/>
              </a:spcBef>
              <a:spcAft>
                <a:spcPts val="0"/>
              </a:spcAft>
              <a:buClr>
                <a:schemeClr val="dk1"/>
              </a:buClr>
              <a:buSzPts val="600"/>
              <a:buNone/>
              <a:defRPr sz="600"/>
            </a:lvl8pPr>
            <a:lvl9pPr indent="-228600" lvl="8" marL="4114800" algn="l">
              <a:spcBef>
                <a:spcPts val="100"/>
              </a:spcBef>
              <a:spcAft>
                <a:spcPts val="0"/>
              </a:spcAft>
              <a:buClr>
                <a:schemeClr val="dk1"/>
              </a:buClr>
              <a:buSzPts val="600"/>
              <a:buNone/>
              <a:defRPr sz="600"/>
            </a:lvl9pPr>
          </a:lstStyle>
          <a:p/>
        </p:txBody>
      </p:sp>
      <p:sp>
        <p:nvSpPr>
          <p:cNvPr id="77" name="Google Shape;77;h770a2e5ec28c9777_2_56"/>
          <p:cNvSpPr txBox="1"/>
          <p:nvPr>
            <p:ph idx="10" type="dt"/>
          </p:nvPr>
        </p:nvSpPr>
        <p:spPr>
          <a:xfrm>
            <a:off x="304792" y="4237567"/>
            <a:ext cx="1422362" cy="243417"/>
          </a:xfrm>
          <a:prstGeom prst="rect">
            <a:avLst/>
          </a:prstGeom>
          <a:noFill/>
          <a:ln>
            <a:noFill/>
          </a:ln>
        </p:spPr>
        <p:txBody>
          <a:bodyPr anchorCtr="0" anchor="ctr" bIns="30475" lIns="60950" spcFirstLastPara="1" rIns="60950" wrap="square" tIns="30475">
            <a:noAutofit/>
          </a:bodyPr>
          <a:lstStyle>
            <a:lvl1pPr lvl="0" algn="l">
              <a:spcBef>
                <a:spcPts val="0"/>
              </a:spcBef>
              <a:spcAft>
                <a:spcPts val="0"/>
              </a:spcAft>
              <a:buSzPts val="900"/>
              <a:buNone/>
              <a:defRPr/>
            </a:lvl1pPr>
            <a:lvl2pPr lvl="1" algn="l">
              <a:spcBef>
                <a:spcPts val="0"/>
              </a:spcBef>
              <a:spcAft>
                <a:spcPts val="0"/>
              </a:spcAft>
              <a:buSzPts val="900"/>
              <a:buNone/>
              <a:defRPr/>
            </a:lvl2pPr>
            <a:lvl3pPr lvl="2" algn="l">
              <a:spcBef>
                <a:spcPts val="0"/>
              </a:spcBef>
              <a:spcAft>
                <a:spcPts val="0"/>
              </a:spcAft>
              <a:buSzPts val="900"/>
              <a:buNone/>
              <a:defRPr/>
            </a:lvl3pPr>
            <a:lvl4pPr lvl="3" algn="l">
              <a:spcBef>
                <a:spcPts val="0"/>
              </a:spcBef>
              <a:spcAft>
                <a:spcPts val="0"/>
              </a:spcAft>
              <a:buSzPts val="900"/>
              <a:buNone/>
              <a:defRPr/>
            </a:lvl4pPr>
            <a:lvl5pPr lvl="4" algn="l">
              <a:spcBef>
                <a:spcPts val="0"/>
              </a:spcBef>
              <a:spcAft>
                <a:spcPts val="0"/>
              </a:spcAft>
              <a:buSzPts val="900"/>
              <a:buNone/>
              <a:defRPr/>
            </a:lvl5pPr>
            <a:lvl6pPr lvl="5" algn="l">
              <a:spcBef>
                <a:spcPts val="0"/>
              </a:spcBef>
              <a:spcAft>
                <a:spcPts val="0"/>
              </a:spcAft>
              <a:buSzPts val="900"/>
              <a:buNone/>
              <a:defRPr/>
            </a:lvl6pPr>
            <a:lvl7pPr lvl="6" algn="l">
              <a:spcBef>
                <a:spcPts val="0"/>
              </a:spcBef>
              <a:spcAft>
                <a:spcPts val="0"/>
              </a:spcAft>
              <a:buSzPts val="900"/>
              <a:buNone/>
              <a:defRPr/>
            </a:lvl7pPr>
            <a:lvl8pPr lvl="7" algn="l">
              <a:spcBef>
                <a:spcPts val="0"/>
              </a:spcBef>
              <a:spcAft>
                <a:spcPts val="0"/>
              </a:spcAft>
              <a:buSzPts val="900"/>
              <a:buNone/>
              <a:defRPr/>
            </a:lvl8pPr>
            <a:lvl9pPr lvl="8" algn="l">
              <a:spcBef>
                <a:spcPts val="0"/>
              </a:spcBef>
              <a:spcAft>
                <a:spcPts val="0"/>
              </a:spcAft>
              <a:buSzPts val="900"/>
              <a:buNone/>
              <a:defRPr/>
            </a:lvl9pPr>
          </a:lstStyle>
          <a:p/>
        </p:txBody>
      </p:sp>
      <p:sp>
        <p:nvSpPr>
          <p:cNvPr id="78" name="Google Shape;78;h770a2e5ec28c9777_2_56"/>
          <p:cNvSpPr txBox="1"/>
          <p:nvPr>
            <p:ph idx="11" type="ftr"/>
          </p:nvPr>
        </p:nvSpPr>
        <p:spPr>
          <a:xfrm>
            <a:off x="2082744" y="4237567"/>
            <a:ext cx="1930349" cy="243417"/>
          </a:xfrm>
          <a:prstGeom prst="rect">
            <a:avLst/>
          </a:prstGeom>
          <a:noFill/>
          <a:ln>
            <a:noFill/>
          </a:ln>
        </p:spPr>
        <p:txBody>
          <a:bodyPr anchorCtr="0" anchor="ctr" bIns="30475" lIns="60950" spcFirstLastPara="1" rIns="60950" wrap="square" tIns="30475">
            <a:noAutofit/>
          </a:bodyPr>
          <a:lstStyle>
            <a:lvl1pPr lvl="0" algn="ctr">
              <a:spcBef>
                <a:spcPts val="0"/>
              </a:spcBef>
              <a:spcAft>
                <a:spcPts val="0"/>
              </a:spcAft>
              <a:buSzPts val="900"/>
              <a:buNone/>
              <a:defRPr/>
            </a:lvl1pPr>
            <a:lvl2pPr lvl="1" algn="l">
              <a:spcBef>
                <a:spcPts val="0"/>
              </a:spcBef>
              <a:spcAft>
                <a:spcPts val="0"/>
              </a:spcAft>
              <a:buSzPts val="900"/>
              <a:buNone/>
              <a:defRPr/>
            </a:lvl2pPr>
            <a:lvl3pPr lvl="2" algn="l">
              <a:spcBef>
                <a:spcPts val="0"/>
              </a:spcBef>
              <a:spcAft>
                <a:spcPts val="0"/>
              </a:spcAft>
              <a:buSzPts val="900"/>
              <a:buNone/>
              <a:defRPr/>
            </a:lvl3pPr>
            <a:lvl4pPr lvl="3" algn="l">
              <a:spcBef>
                <a:spcPts val="0"/>
              </a:spcBef>
              <a:spcAft>
                <a:spcPts val="0"/>
              </a:spcAft>
              <a:buSzPts val="900"/>
              <a:buNone/>
              <a:defRPr/>
            </a:lvl4pPr>
            <a:lvl5pPr lvl="4" algn="l">
              <a:spcBef>
                <a:spcPts val="0"/>
              </a:spcBef>
              <a:spcAft>
                <a:spcPts val="0"/>
              </a:spcAft>
              <a:buSzPts val="900"/>
              <a:buNone/>
              <a:defRPr/>
            </a:lvl5pPr>
            <a:lvl6pPr lvl="5" algn="l">
              <a:spcBef>
                <a:spcPts val="0"/>
              </a:spcBef>
              <a:spcAft>
                <a:spcPts val="0"/>
              </a:spcAft>
              <a:buSzPts val="900"/>
              <a:buNone/>
              <a:defRPr/>
            </a:lvl6pPr>
            <a:lvl7pPr lvl="6" algn="l">
              <a:spcBef>
                <a:spcPts val="0"/>
              </a:spcBef>
              <a:spcAft>
                <a:spcPts val="0"/>
              </a:spcAft>
              <a:buSzPts val="900"/>
              <a:buNone/>
              <a:defRPr/>
            </a:lvl7pPr>
            <a:lvl8pPr lvl="7" algn="l">
              <a:spcBef>
                <a:spcPts val="0"/>
              </a:spcBef>
              <a:spcAft>
                <a:spcPts val="0"/>
              </a:spcAft>
              <a:buSzPts val="900"/>
              <a:buNone/>
              <a:defRPr/>
            </a:lvl8pPr>
            <a:lvl9pPr lvl="8" algn="l">
              <a:spcBef>
                <a:spcPts val="0"/>
              </a:spcBef>
              <a:spcAft>
                <a:spcPts val="0"/>
              </a:spcAft>
              <a:buSzPts val="900"/>
              <a:buNone/>
              <a:defRPr/>
            </a:lvl9pPr>
          </a:lstStyle>
          <a:p/>
        </p:txBody>
      </p:sp>
      <p:sp>
        <p:nvSpPr>
          <p:cNvPr id="79" name="Google Shape;79;h770a2e5ec28c9777_2_56"/>
          <p:cNvSpPr txBox="1"/>
          <p:nvPr>
            <p:ph idx="12" type="sldNum"/>
          </p:nvPr>
        </p:nvSpPr>
        <p:spPr>
          <a:xfrm>
            <a:off x="4368684" y="4237567"/>
            <a:ext cx="1422362" cy="243417"/>
          </a:xfrm>
          <a:prstGeom prst="rect">
            <a:avLst/>
          </a:prstGeom>
          <a:noFill/>
          <a:ln>
            <a:noFill/>
          </a:ln>
        </p:spPr>
        <p:txBody>
          <a:bodyPr anchorCtr="0" anchor="ctr" bIns="30475" lIns="60950" spcFirstLastPara="1" rIns="60950" wrap="square" tIns="304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80" name="Shape 80"/>
        <p:cNvGrpSpPr/>
        <p:nvPr/>
      </p:nvGrpSpPr>
      <p:grpSpPr>
        <a:xfrm>
          <a:off x="0" y="0"/>
          <a:ext cx="0" cy="0"/>
          <a:chOff x="0" y="0"/>
          <a:chExt cx="0" cy="0"/>
        </a:xfrm>
      </p:grpSpPr>
      <p:sp>
        <p:nvSpPr>
          <p:cNvPr id="81" name="Google Shape;81;h770a2e5ec28c9777_2_63"/>
          <p:cNvSpPr txBox="1"/>
          <p:nvPr>
            <p:ph type="title"/>
          </p:nvPr>
        </p:nvSpPr>
        <p:spPr>
          <a:xfrm>
            <a:off x="304792" y="183092"/>
            <a:ext cx="5486254" cy="762000"/>
          </a:xfrm>
          <a:prstGeom prst="rect">
            <a:avLst/>
          </a:prstGeom>
          <a:noFill/>
          <a:ln>
            <a:noFill/>
          </a:ln>
        </p:spPr>
        <p:txBody>
          <a:bodyPr anchorCtr="0" anchor="ctr" bIns="30475" lIns="60950" spcFirstLastPara="1" rIns="60950" wrap="square" tIns="30475">
            <a:normAutofit/>
          </a:bodyPr>
          <a:lstStyle>
            <a:lvl1pPr lvl="0" algn="ctr">
              <a:spcBef>
                <a:spcPts val="0"/>
              </a:spcBef>
              <a:spcAft>
                <a:spcPts val="0"/>
              </a:spcAft>
              <a:buClr>
                <a:schemeClr val="dk1"/>
              </a:buClr>
              <a:buSzPts val="1200"/>
              <a:buNone/>
              <a:defRPr/>
            </a:lvl1pPr>
            <a:lvl2pPr lvl="1">
              <a:spcBef>
                <a:spcPts val="0"/>
              </a:spcBef>
              <a:spcAft>
                <a:spcPts val="0"/>
              </a:spcAft>
              <a:buSzPts val="900"/>
              <a:buNone/>
              <a:defRPr/>
            </a:lvl2pPr>
            <a:lvl3pPr lvl="2">
              <a:spcBef>
                <a:spcPts val="0"/>
              </a:spcBef>
              <a:spcAft>
                <a:spcPts val="0"/>
              </a:spcAft>
              <a:buSzPts val="900"/>
              <a:buNone/>
              <a:defRPr/>
            </a:lvl3pPr>
            <a:lvl4pPr lvl="3">
              <a:spcBef>
                <a:spcPts val="0"/>
              </a:spcBef>
              <a:spcAft>
                <a:spcPts val="0"/>
              </a:spcAft>
              <a:buSzPts val="900"/>
              <a:buNone/>
              <a:defRPr/>
            </a:lvl4pPr>
            <a:lvl5pPr lvl="4">
              <a:spcBef>
                <a:spcPts val="0"/>
              </a:spcBef>
              <a:spcAft>
                <a:spcPts val="0"/>
              </a:spcAft>
              <a:buSzPts val="900"/>
              <a:buNone/>
              <a:defRPr/>
            </a:lvl5pPr>
            <a:lvl6pPr lvl="5">
              <a:spcBef>
                <a:spcPts val="0"/>
              </a:spcBef>
              <a:spcAft>
                <a:spcPts val="0"/>
              </a:spcAft>
              <a:buSzPts val="900"/>
              <a:buNone/>
              <a:defRPr/>
            </a:lvl6pPr>
            <a:lvl7pPr lvl="6">
              <a:spcBef>
                <a:spcPts val="0"/>
              </a:spcBef>
              <a:spcAft>
                <a:spcPts val="0"/>
              </a:spcAft>
              <a:buSzPts val="900"/>
              <a:buNone/>
              <a:defRPr/>
            </a:lvl7pPr>
            <a:lvl8pPr lvl="7">
              <a:spcBef>
                <a:spcPts val="0"/>
              </a:spcBef>
              <a:spcAft>
                <a:spcPts val="0"/>
              </a:spcAft>
              <a:buSzPts val="900"/>
              <a:buNone/>
              <a:defRPr/>
            </a:lvl8pPr>
            <a:lvl9pPr lvl="8">
              <a:spcBef>
                <a:spcPts val="0"/>
              </a:spcBef>
              <a:spcAft>
                <a:spcPts val="0"/>
              </a:spcAft>
              <a:buSzPts val="900"/>
              <a:buNone/>
              <a:defRPr/>
            </a:lvl9pPr>
          </a:lstStyle>
          <a:p/>
        </p:txBody>
      </p:sp>
      <p:sp>
        <p:nvSpPr>
          <p:cNvPr id="82" name="Google Shape;82;h770a2e5ec28c9777_2_63"/>
          <p:cNvSpPr txBox="1"/>
          <p:nvPr>
            <p:ph idx="1" type="body"/>
          </p:nvPr>
        </p:nvSpPr>
        <p:spPr>
          <a:xfrm rot="5400000">
            <a:off x="1539264" y="-167673"/>
            <a:ext cx="3017309" cy="5486254"/>
          </a:xfrm>
          <a:prstGeom prst="rect">
            <a:avLst/>
          </a:prstGeom>
          <a:noFill/>
          <a:ln>
            <a:noFill/>
          </a:ln>
        </p:spPr>
        <p:txBody>
          <a:bodyPr anchorCtr="0" anchor="t" bIns="30475" lIns="60950" spcFirstLastPara="1" rIns="60950" wrap="square" tIns="30475">
            <a:normAutofit/>
          </a:bodyPr>
          <a:lstStyle>
            <a:lvl1pPr indent="-304800" lvl="0" marL="457200" algn="l">
              <a:spcBef>
                <a:spcPts val="200"/>
              </a:spcBef>
              <a:spcAft>
                <a:spcPts val="0"/>
              </a:spcAft>
              <a:buClr>
                <a:schemeClr val="dk1"/>
              </a:buClr>
              <a:buSzPts val="1200"/>
              <a:buChar char="•"/>
              <a:defRPr/>
            </a:lvl1pPr>
            <a:lvl2pPr indent="-304800" lvl="1" marL="914400" algn="l">
              <a:spcBef>
                <a:spcPts val="200"/>
              </a:spcBef>
              <a:spcAft>
                <a:spcPts val="0"/>
              </a:spcAft>
              <a:buClr>
                <a:schemeClr val="dk1"/>
              </a:buClr>
              <a:buSzPts val="1200"/>
              <a:buChar char="–"/>
              <a:defRPr/>
            </a:lvl2pPr>
            <a:lvl3pPr indent="-304800" lvl="2" marL="1371600" algn="l">
              <a:spcBef>
                <a:spcPts val="200"/>
              </a:spcBef>
              <a:spcAft>
                <a:spcPts val="0"/>
              </a:spcAft>
              <a:buClr>
                <a:schemeClr val="dk1"/>
              </a:buClr>
              <a:buSzPts val="1200"/>
              <a:buChar char="•"/>
              <a:defRPr/>
            </a:lvl3pPr>
            <a:lvl4pPr indent="-304800" lvl="3" marL="1828800" algn="l">
              <a:spcBef>
                <a:spcPts val="200"/>
              </a:spcBef>
              <a:spcAft>
                <a:spcPts val="0"/>
              </a:spcAft>
              <a:buClr>
                <a:schemeClr val="dk1"/>
              </a:buClr>
              <a:buSzPts val="1200"/>
              <a:buChar char="–"/>
              <a:defRPr/>
            </a:lvl4pPr>
            <a:lvl5pPr indent="-304800" lvl="4" marL="2286000" algn="l">
              <a:spcBef>
                <a:spcPts val="200"/>
              </a:spcBef>
              <a:spcAft>
                <a:spcPts val="0"/>
              </a:spcAft>
              <a:buClr>
                <a:schemeClr val="dk1"/>
              </a:buClr>
              <a:buSzPts val="1200"/>
              <a:buChar char="»"/>
              <a:defRPr/>
            </a:lvl5pPr>
            <a:lvl6pPr indent="-304800" lvl="5" marL="2743200" algn="l">
              <a:spcBef>
                <a:spcPts val="200"/>
              </a:spcBef>
              <a:spcAft>
                <a:spcPts val="0"/>
              </a:spcAft>
              <a:buClr>
                <a:schemeClr val="dk1"/>
              </a:buClr>
              <a:buSzPts val="1200"/>
              <a:buChar char="•"/>
              <a:defRPr/>
            </a:lvl6pPr>
            <a:lvl7pPr indent="-304800" lvl="6" marL="3200400" algn="l">
              <a:spcBef>
                <a:spcPts val="200"/>
              </a:spcBef>
              <a:spcAft>
                <a:spcPts val="0"/>
              </a:spcAft>
              <a:buClr>
                <a:schemeClr val="dk1"/>
              </a:buClr>
              <a:buSzPts val="1200"/>
              <a:buChar char="•"/>
              <a:defRPr/>
            </a:lvl7pPr>
            <a:lvl8pPr indent="-304800" lvl="7" marL="3657600" algn="l">
              <a:spcBef>
                <a:spcPts val="200"/>
              </a:spcBef>
              <a:spcAft>
                <a:spcPts val="0"/>
              </a:spcAft>
              <a:buClr>
                <a:schemeClr val="dk1"/>
              </a:buClr>
              <a:buSzPts val="1200"/>
              <a:buChar char="•"/>
              <a:defRPr/>
            </a:lvl8pPr>
            <a:lvl9pPr indent="-304800" lvl="8" marL="4114800" algn="l">
              <a:spcBef>
                <a:spcPts val="200"/>
              </a:spcBef>
              <a:spcAft>
                <a:spcPts val="0"/>
              </a:spcAft>
              <a:buClr>
                <a:schemeClr val="dk1"/>
              </a:buClr>
              <a:buSzPts val="1200"/>
              <a:buChar char="•"/>
              <a:defRPr/>
            </a:lvl9pPr>
          </a:lstStyle>
          <a:p/>
        </p:txBody>
      </p:sp>
      <p:sp>
        <p:nvSpPr>
          <p:cNvPr id="83" name="Google Shape;83;h770a2e5ec28c9777_2_63"/>
          <p:cNvSpPr txBox="1"/>
          <p:nvPr>
            <p:ph idx="10" type="dt"/>
          </p:nvPr>
        </p:nvSpPr>
        <p:spPr>
          <a:xfrm>
            <a:off x="304792" y="4237567"/>
            <a:ext cx="1422362" cy="243417"/>
          </a:xfrm>
          <a:prstGeom prst="rect">
            <a:avLst/>
          </a:prstGeom>
          <a:noFill/>
          <a:ln>
            <a:noFill/>
          </a:ln>
        </p:spPr>
        <p:txBody>
          <a:bodyPr anchorCtr="0" anchor="ctr" bIns="30475" lIns="60950" spcFirstLastPara="1" rIns="60950" wrap="square" tIns="30475">
            <a:noAutofit/>
          </a:bodyPr>
          <a:lstStyle>
            <a:lvl1pPr lvl="0" algn="l">
              <a:spcBef>
                <a:spcPts val="0"/>
              </a:spcBef>
              <a:spcAft>
                <a:spcPts val="0"/>
              </a:spcAft>
              <a:buSzPts val="900"/>
              <a:buNone/>
              <a:defRPr/>
            </a:lvl1pPr>
            <a:lvl2pPr lvl="1" algn="l">
              <a:spcBef>
                <a:spcPts val="0"/>
              </a:spcBef>
              <a:spcAft>
                <a:spcPts val="0"/>
              </a:spcAft>
              <a:buSzPts val="900"/>
              <a:buNone/>
              <a:defRPr/>
            </a:lvl2pPr>
            <a:lvl3pPr lvl="2" algn="l">
              <a:spcBef>
                <a:spcPts val="0"/>
              </a:spcBef>
              <a:spcAft>
                <a:spcPts val="0"/>
              </a:spcAft>
              <a:buSzPts val="900"/>
              <a:buNone/>
              <a:defRPr/>
            </a:lvl3pPr>
            <a:lvl4pPr lvl="3" algn="l">
              <a:spcBef>
                <a:spcPts val="0"/>
              </a:spcBef>
              <a:spcAft>
                <a:spcPts val="0"/>
              </a:spcAft>
              <a:buSzPts val="900"/>
              <a:buNone/>
              <a:defRPr/>
            </a:lvl4pPr>
            <a:lvl5pPr lvl="4" algn="l">
              <a:spcBef>
                <a:spcPts val="0"/>
              </a:spcBef>
              <a:spcAft>
                <a:spcPts val="0"/>
              </a:spcAft>
              <a:buSzPts val="900"/>
              <a:buNone/>
              <a:defRPr/>
            </a:lvl5pPr>
            <a:lvl6pPr lvl="5" algn="l">
              <a:spcBef>
                <a:spcPts val="0"/>
              </a:spcBef>
              <a:spcAft>
                <a:spcPts val="0"/>
              </a:spcAft>
              <a:buSzPts val="900"/>
              <a:buNone/>
              <a:defRPr/>
            </a:lvl6pPr>
            <a:lvl7pPr lvl="6" algn="l">
              <a:spcBef>
                <a:spcPts val="0"/>
              </a:spcBef>
              <a:spcAft>
                <a:spcPts val="0"/>
              </a:spcAft>
              <a:buSzPts val="900"/>
              <a:buNone/>
              <a:defRPr/>
            </a:lvl7pPr>
            <a:lvl8pPr lvl="7" algn="l">
              <a:spcBef>
                <a:spcPts val="0"/>
              </a:spcBef>
              <a:spcAft>
                <a:spcPts val="0"/>
              </a:spcAft>
              <a:buSzPts val="900"/>
              <a:buNone/>
              <a:defRPr/>
            </a:lvl8pPr>
            <a:lvl9pPr lvl="8" algn="l">
              <a:spcBef>
                <a:spcPts val="0"/>
              </a:spcBef>
              <a:spcAft>
                <a:spcPts val="0"/>
              </a:spcAft>
              <a:buSzPts val="900"/>
              <a:buNone/>
              <a:defRPr/>
            </a:lvl9pPr>
          </a:lstStyle>
          <a:p/>
        </p:txBody>
      </p:sp>
      <p:sp>
        <p:nvSpPr>
          <p:cNvPr id="84" name="Google Shape;84;h770a2e5ec28c9777_2_63"/>
          <p:cNvSpPr txBox="1"/>
          <p:nvPr>
            <p:ph idx="11" type="ftr"/>
          </p:nvPr>
        </p:nvSpPr>
        <p:spPr>
          <a:xfrm>
            <a:off x="2082744" y="4237567"/>
            <a:ext cx="1930349" cy="243417"/>
          </a:xfrm>
          <a:prstGeom prst="rect">
            <a:avLst/>
          </a:prstGeom>
          <a:noFill/>
          <a:ln>
            <a:noFill/>
          </a:ln>
        </p:spPr>
        <p:txBody>
          <a:bodyPr anchorCtr="0" anchor="ctr" bIns="30475" lIns="60950" spcFirstLastPara="1" rIns="60950" wrap="square" tIns="30475">
            <a:noAutofit/>
          </a:bodyPr>
          <a:lstStyle>
            <a:lvl1pPr lvl="0" algn="ctr">
              <a:spcBef>
                <a:spcPts val="0"/>
              </a:spcBef>
              <a:spcAft>
                <a:spcPts val="0"/>
              </a:spcAft>
              <a:buSzPts val="900"/>
              <a:buNone/>
              <a:defRPr/>
            </a:lvl1pPr>
            <a:lvl2pPr lvl="1" algn="l">
              <a:spcBef>
                <a:spcPts val="0"/>
              </a:spcBef>
              <a:spcAft>
                <a:spcPts val="0"/>
              </a:spcAft>
              <a:buSzPts val="900"/>
              <a:buNone/>
              <a:defRPr/>
            </a:lvl2pPr>
            <a:lvl3pPr lvl="2" algn="l">
              <a:spcBef>
                <a:spcPts val="0"/>
              </a:spcBef>
              <a:spcAft>
                <a:spcPts val="0"/>
              </a:spcAft>
              <a:buSzPts val="900"/>
              <a:buNone/>
              <a:defRPr/>
            </a:lvl3pPr>
            <a:lvl4pPr lvl="3" algn="l">
              <a:spcBef>
                <a:spcPts val="0"/>
              </a:spcBef>
              <a:spcAft>
                <a:spcPts val="0"/>
              </a:spcAft>
              <a:buSzPts val="900"/>
              <a:buNone/>
              <a:defRPr/>
            </a:lvl4pPr>
            <a:lvl5pPr lvl="4" algn="l">
              <a:spcBef>
                <a:spcPts val="0"/>
              </a:spcBef>
              <a:spcAft>
                <a:spcPts val="0"/>
              </a:spcAft>
              <a:buSzPts val="900"/>
              <a:buNone/>
              <a:defRPr/>
            </a:lvl5pPr>
            <a:lvl6pPr lvl="5" algn="l">
              <a:spcBef>
                <a:spcPts val="0"/>
              </a:spcBef>
              <a:spcAft>
                <a:spcPts val="0"/>
              </a:spcAft>
              <a:buSzPts val="900"/>
              <a:buNone/>
              <a:defRPr/>
            </a:lvl6pPr>
            <a:lvl7pPr lvl="6" algn="l">
              <a:spcBef>
                <a:spcPts val="0"/>
              </a:spcBef>
              <a:spcAft>
                <a:spcPts val="0"/>
              </a:spcAft>
              <a:buSzPts val="900"/>
              <a:buNone/>
              <a:defRPr/>
            </a:lvl7pPr>
            <a:lvl8pPr lvl="7" algn="l">
              <a:spcBef>
                <a:spcPts val="0"/>
              </a:spcBef>
              <a:spcAft>
                <a:spcPts val="0"/>
              </a:spcAft>
              <a:buSzPts val="900"/>
              <a:buNone/>
              <a:defRPr/>
            </a:lvl8pPr>
            <a:lvl9pPr lvl="8" algn="l">
              <a:spcBef>
                <a:spcPts val="0"/>
              </a:spcBef>
              <a:spcAft>
                <a:spcPts val="0"/>
              </a:spcAft>
              <a:buSzPts val="900"/>
              <a:buNone/>
              <a:defRPr/>
            </a:lvl9pPr>
          </a:lstStyle>
          <a:p/>
        </p:txBody>
      </p:sp>
      <p:sp>
        <p:nvSpPr>
          <p:cNvPr id="85" name="Google Shape;85;h770a2e5ec28c9777_2_63"/>
          <p:cNvSpPr txBox="1"/>
          <p:nvPr>
            <p:ph idx="12" type="sldNum"/>
          </p:nvPr>
        </p:nvSpPr>
        <p:spPr>
          <a:xfrm>
            <a:off x="4368684" y="4237567"/>
            <a:ext cx="1422362" cy="243417"/>
          </a:xfrm>
          <a:prstGeom prst="rect">
            <a:avLst/>
          </a:prstGeom>
          <a:noFill/>
          <a:ln>
            <a:noFill/>
          </a:ln>
        </p:spPr>
        <p:txBody>
          <a:bodyPr anchorCtr="0" anchor="ctr" bIns="30475" lIns="60950" spcFirstLastPara="1" rIns="60950" wrap="square" tIns="304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86" name="Shape 86"/>
        <p:cNvGrpSpPr/>
        <p:nvPr/>
      </p:nvGrpSpPr>
      <p:grpSpPr>
        <a:xfrm>
          <a:off x="0" y="0"/>
          <a:ext cx="0" cy="0"/>
          <a:chOff x="0" y="0"/>
          <a:chExt cx="0" cy="0"/>
        </a:xfrm>
      </p:grpSpPr>
      <p:sp>
        <p:nvSpPr>
          <p:cNvPr id="87" name="Google Shape;87;h770a2e5ec28c9777_2_69"/>
          <p:cNvSpPr txBox="1"/>
          <p:nvPr>
            <p:ph type="title"/>
          </p:nvPr>
        </p:nvSpPr>
        <p:spPr>
          <a:xfrm rot="5400000">
            <a:off x="3154756" y="1447819"/>
            <a:ext cx="3901017" cy="1371563"/>
          </a:xfrm>
          <a:prstGeom prst="rect">
            <a:avLst/>
          </a:prstGeom>
          <a:noFill/>
          <a:ln>
            <a:noFill/>
          </a:ln>
        </p:spPr>
        <p:txBody>
          <a:bodyPr anchorCtr="0" anchor="ctr" bIns="30475" lIns="60950" spcFirstLastPara="1" rIns="60950" wrap="square" tIns="30475">
            <a:normAutofit/>
          </a:bodyPr>
          <a:lstStyle>
            <a:lvl1pPr lvl="0" algn="ctr">
              <a:spcBef>
                <a:spcPts val="0"/>
              </a:spcBef>
              <a:spcAft>
                <a:spcPts val="0"/>
              </a:spcAft>
              <a:buClr>
                <a:schemeClr val="dk1"/>
              </a:buClr>
              <a:buSzPts val="1200"/>
              <a:buNone/>
              <a:defRPr/>
            </a:lvl1pPr>
            <a:lvl2pPr lvl="1">
              <a:spcBef>
                <a:spcPts val="0"/>
              </a:spcBef>
              <a:spcAft>
                <a:spcPts val="0"/>
              </a:spcAft>
              <a:buSzPts val="900"/>
              <a:buNone/>
              <a:defRPr/>
            </a:lvl2pPr>
            <a:lvl3pPr lvl="2">
              <a:spcBef>
                <a:spcPts val="0"/>
              </a:spcBef>
              <a:spcAft>
                <a:spcPts val="0"/>
              </a:spcAft>
              <a:buSzPts val="900"/>
              <a:buNone/>
              <a:defRPr/>
            </a:lvl3pPr>
            <a:lvl4pPr lvl="3">
              <a:spcBef>
                <a:spcPts val="0"/>
              </a:spcBef>
              <a:spcAft>
                <a:spcPts val="0"/>
              </a:spcAft>
              <a:buSzPts val="900"/>
              <a:buNone/>
              <a:defRPr/>
            </a:lvl4pPr>
            <a:lvl5pPr lvl="4">
              <a:spcBef>
                <a:spcPts val="0"/>
              </a:spcBef>
              <a:spcAft>
                <a:spcPts val="0"/>
              </a:spcAft>
              <a:buSzPts val="900"/>
              <a:buNone/>
              <a:defRPr/>
            </a:lvl5pPr>
            <a:lvl6pPr lvl="5">
              <a:spcBef>
                <a:spcPts val="0"/>
              </a:spcBef>
              <a:spcAft>
                <a:spcPts val="0"/>
              </a:spcAft>
              <a:buSzPts val="900"/>
              <a:buNone/>
              <a:defRPr/>
            </a:lvl6pPr>
            <a:lvl7pPr lvl="6">
              <a:spcBef>
                <a:spcPts val="0"/>
              </a:spcBef>
              <a:spcAft>
                <a:spcPts val="0"/>
              </a:spcAft>
              <a:buSzPts val="900"/>
              <a:buNone/>
              <a:defRPr/>
            </a:lvl7pPr>
            <a:lvl8pPr lvl="7">
              <a:spcBef>
                <a:spcPts val="0"/>
              </a:spcBef>
              <a:spcAft>
                <a:spcPts val="0"/>
              </a:spcAft>
              <a:buSzPts val="900"/>
              <a:buNone/>
              <a:defRPr/>
            </a:lvl8pPr>
            <a:lvl9pPr lvl="8">
              <a:spcBef>
                <a:spcPts val="0"/>
              </a:spcBef>
              <a:spcAft>
                <a:spcPts val="0"/>
              </a:spcAft>
              <a:buSzPts val="900"/>
              <a:buNone/>
              <a:defRPr/>
            </a:lvl9pPr>
          </a:lstStyle>
          <a:p/>
        </p:txBody>
      </p:sp>
      <p:sp>
        <p:nvSpPr>
          <p:cNvPr id="88" name="Google Shape;88;h770a2e5ec28c9777_2_69"/>
          <p:cNvSpPr txBox="1"/>
          <p:nvPr>
            <p:ph idx="1" type="body"/>
          </p:nvPr>
        </p:nvSpPr>
        <p:spPr>
          <a:xfrm rot="5400000">
            <a:off x="360830" y="127054"/>
            <a:ext cx="3901017" cy="4013093"/>
          </a:xfrm>
          <a:prstGeom prst="rect">
            <a:avLst/>
          </a:prstGeom>
          <a:noFill/>
          <a:ln>
            <a:noFill/>
          </a:ln>
        </p:spPr>
        <p:txBody>
          <a:bodyPr anchorCtr="0" anchor="t" bIns="30475" lIns="60950" spcFirstLastPara="1" rIns="60950" wrap="square" tIns="30475">
            <a:normAutofit/>
          </a:bodyPr>
          <a:lstStyle>
            <a:lvl1pPr indent="-304800" lvl="0" marL="457200" algn="l">
              <a:spcBef>
                <a:spcPts val="200"/>
              </a:spcBef>
              <a:spcAft>
                <a:spcPts val="0"/>
              </a:spcAft>
              <a:buClr>
                <a:schemeClr val="dk1"/>
              </a:buClr>
              <a:buSzPts val="1200"/>
              <a:buChar char="•"/>
              <a:defRPr/>
            </a:lvl1pPr>
            <a:lvl2pPr indent="-304800" lvl="1" marL="914400" algn="l">
              <a:spcBef>
                <a:spcPts val="200"/>
              </a:spcBef>
              <a:spcAft>
                <a:spcPts val="0"/>
              </a:spcAft>
              <a:buClr>
                <a:schemeClr val="dk1"/>
              </a:buClr>
              <a:buSzPts val="1200"/>
              <a:buChar char="–"/>
              <a:defRPr/>
            </a:lvl2pPr>
            <a:lvl3pPr indent="-304800" lvl="2" marL="1371600" algn="l">
              <a:spcBef>
                <a:spcPts val="200"/>
              </a:spcBef>
              <a:spcAft>
                <a:spcPts val="0"/>
              </a:spcAft>
              <a:buClr>
                <a:schemeClr val="dk1"/>
              </a:buClr>
              <a:buSzPts val="1200"/>
              <a:buChar char="•"/>
              <a:defRPr/>
            </a:lvl3pPr>
            <a:lvl4pPr indent="-304800" lvl="3" marL="1828800" algn="l">
              <a:spcBef>
                <a:spcPts val="200"/>
              </a:spcBef>
              <a:spcAft>
                <a:spcPts val="0"/>
              </a:spcAft>
              <a:buClr>
                <a:schemeClr val="dk1"/>
              </a:buClr>
              <a:buSzPts val="1200"/>
              <a:buChar char="–"/>
              <a:defRPr/>
            </a:lvl4pPr>
            <a:lvl5pPr indent="-304800" lvl="4" marL="2286000" algn="l">
              <a:spcBef>
                <a:spcPts val="200"/>
              </a:spcBef>
              <a:spcAft>
                <a:spcPts val="0"/>
              </a:spcAft>
              <a:buClr>
                <a:schemeClr val="dk1"/>
              </a:buClr>
              <a:buSzPts val="1200"/>
              <a:buChar char="»"/>
              <a:defRPr/>
            </a:lvl5pPr>
            <a:lvl6pPr indent="-304800" lvl="5" marL="2743200" algn="l">
              <a:spcBef>
                <a:spcPts val="200"/>
              </a:spcBef>
              <a:spcAft>
                <a:spcPts val="0"/>
              </a:spcAft>
              <a:buClr>
                <a:schemeClr val="dk1"/>
              </a:buClr>
              <a:buSzPts val="1200"/>
              <a:buChar char="•"/>
              <a:defRPr/>
            </a:lvl6pPr>
            <a:lvl7pPr indent="-304800" lvl="6" marL="3200400" algn="l">
              <a:spcBef>
                <a:spcPts val="200"/>
              </a:spcBef>
              <a:spcAft>
                <a:spcPts val="0"/>
              </a:spcAft>
              <a:buClr>
                <a:schemeClr val="dk1"/>
              </a:buClr>
              <a:buSzPts val="1200"/>
              <a:buChar char="•"/>
              <a:defRPr/>
            </a:lvl7pPr>
            <a:lvl8pPr indent="-304800" lvl="7" marL="3657600" algn="l">
              <a:spcBef>
                <a:spcPts val="200"/>
              </a:spcBef>
              <a:spcAft>
                <a:spcPts val="0"/>
              </a:spcAft>
              <a:buClr>
                <a:schemeClr val="dk1"/>
              </a:buClr>
              <a:buSzPts val="1200"/>
              <a:buChar char="•"/>
              <a:defRPr/>
            </a:lvl8pPr>
            <a:lvl9pPr indent="-304800" lvl="8" marL="4114800" algn="l">
              <a:spcBef>
                <a:spcPts val="200"/>
              </a:spcBef>
              <a:spcAft>
                <a:spcPts val="0"/>
              </a:spcAft>
              <a:buClr>
                <a:schemeClr val="dk1"/>
              </a:buClr>
              <a:buSzPts val="1200"/>
              <a:buChar char="•"/>
              <a:defRPr/>
            </a:lvl9pPr>
          </a:lstStyle>
          <a:p/>
        </p:txBody>
      </p:sp>
      <p:sp>
        <p:nvSpPr>
          <p:cNvPr id="89" name="Google Shape;89;h770a2e5ec28c9777_2_69"/>
          <p:cNvSpPr txBox="1"/>
          <p:nvPr>
            <p:ph idx="10" type="dt"/>
          </p:nvPr>
        </p:nvSpPr>
        <p:spPr>
          <a:xfrm>
            <a:off x="304792" y="4237567"/>
            <a:ext cx="1422362" cy="243417"/>
          </a:xfrm>
          <a:prstGeom prst="rect">
            <a:avLst/>
          </a:prstGeom>
          <a:noFill/>
          <a:ln>
            <a:noFill/>
          </a:ln>
        </p:spPr>
        <p:txBody>
          <a:bodyPr anchorCtr="0" anchor="ctr" bIns="30475" lIns="60950" spcFirstLastPara="1" rIns="60950" wrap="square" tIns="30475">
            <a:noAutofit/>
          </a:bodyPr>
          <a:lstStyle>
            <a:lvl1pPr lvl="0" algn="l">
              <a:spcBef>
                <a:spcPts val="0"/>
              </a:spcBef>
              <a:spcAft>
                <a:spcPts val="0"/>
              </a:spcAft>
              <a:buSzPts val="900"/>
              <a:buNone/>
              <a:defRPr/>
            </a:lvl1pPr>
            <a:lvl2pPr lvl="1" algn="l">
              <a:spcBef>
                <a:spcPts val="0"/>
              </a:spcBef>
              <a:spcAft>
                <a:spcPts val="0"/>
              </a:spcAft>
              <a:buSzPts val="900"/>
              <a:buNone/>
              <a:defRPr/>
            </a:lvl2pPr>
            <a:lvl3pPr lvl="2" algn="l">
              <a:spcBef>
                <a:spcPts val="0"/>
              </a:spcBef>
              <a:spcAft>
                <a:spcPts val="0"/>
              </a:spcAft>
              <a:buSzPts val="900"/>
              <a:buNone/>
              <a:defRPr/>
            </a:lvl3pPr>
            <a:lvl4pPr lvl="3" algn="l">
              <a:spcBef>
                <a:spcPts val="0"/>
              </a:spcBef>
              <a:spcAft>
                <a:spcPts val="0"/>
              </a:spcAft>
              <a:buSzPts val="900"/>
              <a:buNone/>
              <a:defRPr/>
            </a:lvl4pPr>
            <a:lvl5pPr lvl="4" algn="l">
              <a:spcBef>
                <a:spcPts val="0"/>
              </a:spcBef>
              <a:spcAft>
                <a:spcPts val="0"/>
              </a:spcAft>
              <a:buSzPts val="900"/>
              <a:buNone/>
              <a:defRPr/>
            </a:lvl5pPr>
            <a:lvl6pPr lvl="5" algn="l">
              <a:spcBef>
                <a:spcPts val="0"/>
              </a:spcBef>
              <a:spcAft>
                <a:spcPts val="0"/>
              </a:spcAft>
              <a:buSzPts val="900"/>
              <a:buNone/>
              <a:defRPr/>
            </a:lvl6pPr>
            <a:lvl7pPr lvl="6" algn="l">
              <a:spcBef>
                <a:spcPts val="0"/>
              </a:spcBef>
              <a:spcAft>
                <a:spcPts val="0"/>
              </a:spcAft>
              <a:buSzPts val="900"/>
              <a:buNone/>
              <a:defRPr/>
            </a:lvl7pPr>
            <a:lvl8pPr lvl="7" algn="l">
              <a:spcBef>
                <a:spcPts val="0"/>
              </a:spcBef>
              <a:spcAft>
                <a:spcPts val="0"/>
              </a:spcAft>
              <a:buSzPts val="900"/>
              <a:buNone/>
              <a:defRPr/>
            </a:lvl8pPr>
            <a:lvl9pPr lvl="8" algn="l">
              <a:spcBef>
                <a:spcPts val="0"/>
              </a:spcBef>
              <a:spcAft>
                <a:spcPts val="0"/>
              </a:spcAft>
              <a:buSzPts val="900"/>
              <a:buNone/>
              <a:defRPr/>
            </a:lvl9pPr>
          </a:lstStyle>
          <a:p/>
        </p:txBody>
      </p:sp>
      <p:sp>
        <p:nvSpPr>
          <p:cNvPr id="90" name="Google Shape;90;h770a2e5ec28c9777_2_69"/>
          <p:cNvSpPr txBox="1"/>
          <p:nvPr>
            <p:ph idx="11" type="ftr"/>
          </p:nvPr>
        </p:nvSpPr>
        <p:spPr>
          <a:xfrm>
            <a:off x="2082744" y="4237567"/>
            <a:ext cx="1930349" cy="243417"/>
          </a:xfrm>
          <a:prstGeom prst="rect">
            <a:avLst/>
          </a:prstGeom>
          <a:noFill/>
          <a:ln>
            <a:noFill/>
          </a:ln>
        </p:spPr>
        <p:txBody>
          <a:bodyPr anchorCtr="0" anchor="ctr" bIns="30475" lIns="60950" spcFirstLastPara="1" rIns="60950" wrap="square" tIns="30475">
            <a:noAutofit/>
          </a:bodyPr>
          <a:lstStyle>
            <a:lvl1pPr lvl="0" algn="ctr">
              <a:spcBef>
                <a:spcPts val="0"/>
              </a:spcBef>
              <a:spcAft>
                <a:spcPts val="0"/>
              </a:spcAft>
              <a:buSzPts val="900"/>
              <a:buNone/>
              <a:defRPr/>
            </a:lvl1pPr>
            <a:lvl2pPr lvl="1" algn="l">
              <a:spcBef>
                <a:spcPts val="0"/>
              </a:spcBef>
              <a:spcAft>
                <a:spcPts val="0"/>
              </a:spcAft>
              <a:buSzPts val="900"/>
              <a:buNone/>
              <a:defRPr/>
            </a:lvl2pPr>
            <a:lvl3pPr lvl="2" algn="l">
              <a:spcBef>
                <a:spcPts val="0"/>
              </a:spcBef>
              <a:spcAft>
                <a:spcPts val="0"/>
              </a:spcAft>
              <a:buSzPts val="900"/>
              <a:buNone/>
              <a:defRPr/>
            </a:lvl3pPr>
            <a:lvl4pPr lvl="3" algn="l">
              <a:spcBef>
                <a:spcPts val="0"/>
              </a:spcBef>
              <a:spcAft>
                <a:spcPts val="0"/>
              </a:spcAft>
              <a:buSzPts val="900"/>
              <a:buNone/>
              <a:defRPr/>
            </a:lvl4pPr>
            <a:lvl5pPr lvl="4" algn="l">
              <a:spcBef>
                <a:spcPts val="0"/>
              </a:spcBef>
              <a:spcAft>
                <a:spcPts val="0"/>
              </a:spcAft>
              <a:buSzPts val="900"/>
              <a:buNone/>
              <a:defRPr/>
            </a:lvl5pPr>
            <a:lvl6pPr lvl="5" algn="l">
              <a:spcBef>
                <a:spcPts val="0"/>
              </a:spcBef>
              <a:spcAft>
                <a:spcPts val="0"/>
              </a:spcAft>
              <a:buSzPts val="900"/>
              <a:buNone/>
              <a:defRPr/>
            </a:lvl6pPr>
            <a:lvl7pPr lvl="6" algn="l">
              <a:spcBef>
                <a:spcPts val="0"/>
              </a:spcBef>
              <a:spcAft>
                <a:spcPts val="0"/>
              </a:spcAft>
              <a:buSzPts val="900"/>
              <a:buNone/>
              <a:defRPr/>
            </a:lvl7pPr>
            <a:lvl8pPr lvl="7" algn="l">
              <a:spcBef>
                <a:spcPts val="0"/>
              </a:spcBef>
              <a:spcAft>
                <a:spcPts val="0"/>
              </a:spcAft>
              <a:buSzPts val="900"/>
              <a:buNone/>
              <a:defRPr/>
            </a:lvl8pPr>
            <a:lvl9pPr lvl="8" algn="l">
              <a:spcBef>
                <a:spcPts val="0"/>
              </a:spcBef>
              <a:spcAft>
                <a:spcPts val="0"/>
              </a:spcAft>
              <a:buSzPts val="900"/>
              <a:buNone/>
              <a:defRPr/>
            </a:lvl9pPr>
          </a:lstStyle>
          <a:p/>
        </p:txBody>
      </p:sp>
      <p:sp>
        <p:nvSpPr>
          <p:cNvPr id="91" name="Google Shape;91;h770a2e5ec28c9777_2_69"/>
          <p:cNvSpPr txBox="1"/>
          <p:nvPr>
            <p:ph idx="12" type="sldNum"/>
          </p:nvPr>
        </p:nvSpPr>
        <p:spPr>
          <a:xfrm>
            <a:off x="4368684" y="4237567"/>
            <a:ext cx="1422362" cy="243417"/>
          </a:xfrm>
          <a:prstGeom prst="rect">
            <a:avLst/>
          </a:prstGeom>
          <a:noFill/>
          <a:ln>
            <a:noFill/>
          </a:ln>
        </p:spPr>
        <p:txBody>
          <a:bodyPr anchorCtr="0" anchor="ctr" bIns="30475" lIns="60950" spcFirstLastPara="1" rIns="60950" wrap="square" tIns="304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2.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slideLayout" Target="../slideLayouts/slideLayout5.xml"/><Relationship Id="rId3" Type="http://schemas.openxmlformats.org/officeDocument/2006/relationships/slideLayout" Target="../slideLayouts/slideLayout6.xml"/><Relationship Id="rId4" Type="http://schemas.openxmlformats.org/officeDocument/2006/relationships/slideLayout" Target="../slideLayouts/slideLayout7.xml"/><Relationship Id="rId11" Type="http://schemas.openxmlformats.org/officeDocument/2006/relationships/slideLayout" Target="../slideLayouts/slideLayout14.xml"/><Relationship Id="rId10" Type="http://schemas.openxmlformats.org/officeDocument/2006/relationships/slideLayout" Target="../slideLayouts/slideLayout13.xml"/><Relationship Id="rId12" Type="http://schemas.openxmlformats.org/officeDocument/2006/relationships/theme" Target="../theme/theme3.xml"/><Relationship Id="rId9" Type="http://schemas.openxmlformats.org/officeDocument/2006/relationships/slideLayout" Target="../slideLayouts/slideLayout12.xml"/><Relationship Id="rId5" Type="http://schemas.openxmlformats.org/officeDocument/2006/relationships/slideLayout" Target="../slideLayouts/slideLayout8.xml"/><Relationship Id="rId6" Type="http://schemas.openxmlformats.org/officeDocument/2006/relationships/slideLayout" Target="../slideLayouts/slideLayout9.xml"/><Relationship Id="rId7" Type="http://schemas.openxmlformats.org/officeDocument/2006/relationships/slideLayout" Target="../slideLayouts/slideLayout10.xml"/><Relationship Id="rId8" Type="http://schemas.openxmlformats.org/officeDocument/2006/relationships/slideLayout" Target="../slideLayouts/slideLayout1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Lst>
  <p:transition spd="med">
    <p:fade thruBlk="1"/>
  </p:transition>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7" name="Shape 17"/>
        <p:cNvGrpSpPr/>
        <p:nvPr/>
      </p:nvGrpSpPr>
      <p:grpSpPr>
        <a:xfrm>
          <a:off x="0" y="0"/>
          <a:ext cx="0" cy="0"/>
          <a:chOff x="0" y="0"/>
          <a:chExt cx="0" cy="0"/>
        </a:xfrm>
      </p:grpSpPr>
      <p:sp>
        <p:nvSpPr>
          <p:cNvPr id="18" name="Google Shape;18;h770a2e5ec28c9777_2_0"/>
          <p:cNvSpPr txBox="1"/>
          <p:nvPr>
            <p:ph type="title"/>
          </p:nvPr>
        </p:nvSpPr>
        <p:spPr>
          <a:xfrm>
            <a:off x="304792" y="183092"/>
            <a:ext cx="5486254" cy="762000"/>
          </a:xfrm>
          <a:prstGeom prst="rect">
            <a:avLst/>
          </a:prstGeom>
          <a:noFill/>
          <a:ln>
            <a:noFill/>
          </a:ln>
        </p:spPr>
        <p:txBody>
          <a:bodyPr anchorCtr="0" anchor="ctr" bIns="30475" lIns="60950" spcFirstLastPara="1" rIns="60950" wrap="square" tIns="30475">
            <a:normAutofit/>
          </a:bodyPr>
          <a:lstStyle>
            <a:lvl1pPr lvl="0" marR="0" rtl="0" algn="ctr">
              <a:spcBef>
                <a:spcPts val="0"/>
              </a:spcBef>
              <a:spcAft>
                <a:spcPts val="0"/>
              </a:spcAft>
              <a:buClr>
                <a:schemeClr val="dk1"/>
              </a:buClr>
              <a:buSzPts val="2900"/>
              <a:buFont typeface="Calibri"/>
              <a:buNone/>
              <a:defRPr b="0" i="0" sz="2900" u="none" cap="none" strike="noStrike">
                <a:solidFill>
                  <a:schemeClr val="dk1"/>
                </a:solidFill>
                <a:latin typeface="Calibri"/>
                <a:ea typeface="Calibri"/>
                <a:cs typeface="Calibri"/>
                <a:sym typeface="Calibri"/>
              </a:defRPr>
            </a:lvl1pPr>
            <a:lvl2pPr lvl="1">
              <a:spcBef>
                <a:spcPts val="0"/>
              </a:spcBef>
              <a:spcAft>
                <a:spcPts val="0"/>
              </a:spcAft>
              <a:buSzPts val="900"/>
              <a:buNone/>
              <a:defRPr sz="1200"/>
            </a:lvl2pPr>
            <a:lvl3pPr lvl="2">
              <a:spcBef>
                <a:spcPts val="0"/>
              </a:spcBef>
              <a:spcAft>
                <a:spcPts val="0"/>
              </a:spcAft>
              <a:buSzPts val="900"/>
              <a:buNone/>
              <a:defRPr sz="1200"/>
            </a:lvl3pPr>
            <a:lvl4pPr lvl="3">
              <a:spcBef>
                <a:spcPts val="0"/>
              </a:spcBef>
              <a:spcAft>
                <a:spcPts val="0"/>
              </a:spcAft>
              <a:buSzPts val="900"/>
              <a:buNone/>
              <a:defRPr sz="1200"/>
            </a:lvl4pPr>
            <a:lvl5pPr lvl="4">
              <a:spcBef>
                <a:spcPts val="0"/>
              </a:spcBef>
              <a:spcAft>
                <a:spcPts val="0"/>
              </a:spcAft>
              <a:buSzPts val="900"/>
              <a:buNone/>
              <a:defRPr sz="1200"/>
            </a:lvl5pPr>
            <a:lvl6pPr lvl="5">
              <a:spcBef>
                <a:spcPts val="0"/>
              </a:spcBef>
              <a:spcAft>
                <a:spcPts val="0"/>
              </a:spcAft>
              <a:buSzPts val="900"/>
              <a:buNone/>
              <a:defRPr sz="1200"/>
            </a:lvl6pPr>
            <a:lvl7pPr lvl="6">
              <a:spcBef>
                <a:spcPts val="0"/>
              </a:spcBef>
              <a:spcAft>
                <a:spcPts val="0"/>
              </a:spcAft>
              <a:buSzPts val="900"/>
              <a:buNone/>
              <a:defRPr sz="1200"/>
            </a:lvl7pPr>
            <a:lvl8pPr lvl="7">
              <a:spcBef>
                <a:spcPts val="0"/>
              </a:spcBef>
              <a:spcAft>
                <a:spcPts val="0"/>
              </a:spcAft>
              <a:buSzPts val="900"/>
              <a:buNone/>
              <a:defRPr sz="1200"/>
            </a:lvl8pPr>
            <a:lvl9pPr lvl="8">
              <a:spcBef>
                <a:spcPts val="0"/>
              </a:spcBef>
              <a:spcAft>
                <a:spcPts val="0"/>
              </a:spcAft>
              <a:buSzPts val="900"/>
              <a:buNone/>
              <a:defRPr sz="1200"/>
            </a:lvl9pPr>
          </a:lstStyle>
          <a:p/>
        </p:txBody>
      </p:sp>
      <p:sp>
        <p:nvSpPr>
          <p:cNvPr id="19" name="Google Shape;19;h770a2e5ec28c9777_2_0"/>
          <p:cNvSpPr txBox="1"/>
          <p:nvPr>
            <p:ph idx="1" type="body"/>
          </p:nvPr>
        </p:nvSpPr>
        <p:spPr>
          <a:xfrm>
            <a:off x="304792" y="1066800"/>
            <a:ext cx="5486254" cy="3017309"/>
          </a:xfrm>
          <a:prstGeom prst="rect">
            <a:avLst/>
          </a:prstGeom>
          <a:noFill/>
          <a:ln>
            <a:noFill/>
          </a:ln>
        </p:spPr>
        <p:txBody>
          <a:bodyPr anchorCtr="0" anchor="t" bIns="30475" lIns="60950" spcFirstLastPara="1" rIns="60950" wrap="square" tIns="30475">
            <a:normAutofit/>
          </a:bodyPr>
          <a:lstStyle>
            <a:lvl1pPr indent="-361950" lvl="0" marL="457200" marR="0" rtl="0" algn="l">
              <a:spcBef>
                <a:spcPts val="40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1pPr>
            <a:lvl2pPr indent="-349250" lvl="1" marL="914400" marR="0" rtl="0" algn="l">
              <a:spcBef>
                <a:spcPts val="400"/>
              </a:spcBef>
              <a:spcAft>
                <a:spcPts val="0"/>
              </a:spcAft>
              <a:buClr>
                <a:schemeClr val="dk1"/>
              </a:buClr>
              <a:buSzPts val="1900"/>
              <a:buFont typeface="Arial"/>
              <a:buChar char="–"/>
              <a:defRPr b="0" i="0" sz="1900" u="none" cap="none" strike="noStrike">
                <a:solidFill>
                  <a:schemeClr val="dk1"/>
                </a:solidFill>
                <a:latin typeface="Calibri"/>
                <a:ea typeface="Calibri"/>
                <a:cs typeface="Calibri"/>
                <a:sym typeface="Calibri"/>
              </a:defRPr>
            </a:lvl2pPr>
            <a:lvl3pPr indent="-330200" lvl="2" marL="1371600" marR="0" rtl="0" algn="l">
              <a:spcBef>
                <a:spcPts val="30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3pPr>
            <a:lvl4pPr indent="-311150" lvl="3" marL="1828800" marR="0" rtl="0" algn="l">
              <a:spcBef>
                <a:spcPts val="300"/>
              </a:spcBef>
              <a:spcAft>
                <a:spcPts val="0"/>
              </a:spcAft>
              <a:buClr>
                <a:schemeClr val="dk1"/>
              </a:buClr>
              <a:buSzPts val="1300"/>
              <a:buFont typeface="Arial"/>
              <a:buChar char="–"/>
              <a:defRPr b="0" i="0" sz="1300" u="none" cap="none" strike="noStrike">
                <a:solidFill>
                  <a:schemeClr val="dk1"/>
                </a:solidFill>
                <a:latin typeface="Calibri"/>
                <a:ea typeface="Calibri"/>
                <a:cs typeface="Calibri"/>
                <a:sym typeface="Calibri"/>
              </a:defRPr>
            </a:lvl4pPr>
            <a:lvl5pPr indent="-311150" lvl="4" marL="2286000" marR="0" rtl="0" algn="l">
              <a:spcBef>
                <a:spcPts val="300"/>
              </a:spcBef>
              <a:spcAft>
                <a:spcPts val="0"/>
              </a:spcAft>
              <a:buClr>
                <a:schemeClr val="dk1"/>
              </a:buClr>
              <a:buSzPts val="1300"/>
              <a:buFont typeface="Arial"/>
              <a:buChar char="»"/>
              <a:defRPr b="0" i="0" sz="1300" u="none" cap="none" strike="noStrike">
                <a:solidFill>
                  <a:schemeClr val="dk1"/>
                </a:solidFill>
                <a:latin typeface="Calibri"/>
                <a:ea typeface="Calibri"/>
                <a:cs typeface="Calibri"/>
                <a:sym typeface="Calibri"/>
              </a:defRPr>
            </a:lvl5pPr>
            <a:lvl6pPr indent="-311150" lvl="5" marL="2743200" marR="0" rtl="0" algn="l">
              <a:spcBef>
                <a:spcPts val="300"/>
              </a:spcBef>
              <a:spcAft>
                <a:spcPts val="0"/>
              </a:spcAft>
              <a:buClr>
                <a:schemeClr val="dk1"/>
              </a:buClr>
              <a:buSzPts val="1300"/>
              <a:buFont typeface="Arial"/>
              <a:buChar char="•"/>
              <a:defRPr b="0" i="0" sz="1300" u="none" cap="none" strike="noStrike">
                <a:solidFill>
                  <a:schemeClr val="dk1"/>
                </a:solidFill>
                <a:latin typeface="Calibri"/>
                <a:ea typeface="Calibri"/>
                <a:cs typeface="Calibri"/>
                <a:sym typeface="Calibri"/>
              </a:defRPr>
            </a:lvl6pPr>
            <a:lvl7pPr indent="-311150" lvl="6" marL="3200400" marR="0" rtl="0" algn="l">
              <a:spcBef>
                <a:spcPts val="300"/>
              </a:spcBef>
              <a:spcAft>
                <a:spcPts val="0"/>
              </a:spcAft>
              <a:buClr>
                <a:schemeClr val="dk1"/>
              </a:buClr>
              <a:buSzPts val="1300"/>
              <a:buFont typeface="Arial"/>
              <a:buChar char="•"/>
              <a:defRPr b="0" i="0" sz="1300" u="none" cap="none" strike="noStrike">
                <a:solidFill>
                  <a:schemeClr val="dk1"/>
                </a:solidFill>
                <a:latin typeface="Calibri"/>
                <a:ea typeface="Calibri"/>
                <a:cs typeface="Calibri"/>
                <a:sym typeface="Calibri"/>
              </a:defRPr>
            </a:lvl7pPr>
            <a:lvl8pPr indent="-311150" lvl="7" marL="3657600" marR="0" rtl="0" algn="l">
              <a:spcBef>
                <a:spcPts val="300"/>
              </a:spcBef>
              <a:spcAft>
                <a:spcPts val="0"/>
              </a:spcAft>
              <a:buClr>
                <a:schemeClr val="dk1"/>
              </a:buClr>
              <a:buSzPts val="1300"/>
              <a:buFont typeface="Arial"/>
              <a:buChar char="•"/>
              <a:defRPr b="0" i="0" sz="1300" u="none" cap="none" strike="noStrike">
                <a:solidFill>
                  <a:schemeClr val="dk1"/>
                </a:solidFill>
                <a:latin typeface="Calibri"/>
                <a:ea typeface="Calibri"/>
                <a:cs typeface="Calibri"/>
                <a:sym typeface="Calibri"/>
              </a:defRPr>
            </a:lvl8pPr>
            <a:lvl9pPr indent="-311150" lvl="8" marL="4114800" marR="0" rtl="0" algn="l">
              <a:spcBef>
                <a:spcPts val="300"/>
              </a:spcBef>
              <a:spcAft>
                <a:spcPts val="0"/>
              </a:spcAft>
              <a:buClr>
                <a:schemeClr val="dk1"/>
              </a:buClr>
              <a:buSzPts val="1300"/>
              <a:buFont typeface="Arial"/>
              <a:buChar char="•"/>
              <a:defRPr b="0" i="0" sz="1300" u="none" cap="none" strike="noStrike">
                <a:solidFill>
                  <a:schemeClr val="dk1"/>
                </a:solidFill>
                <a:latin typeface="Calibri"/>
                <a:ea typeface="Calibri"/>
                <a:cs typeface="Calibri"/>
                <a:sym typeface="Calibri"/>
              </a:defRPr>
            </a:lvl9pPr>
          </a:lstStyle>
          <a:p/>
        </p:txBody>
      </p:sp>
      <p:sp>
        <p:nvSpPr>
          <p:cNvPr id="20" name="Google Shape;20;h770a2e5ec28c9777_2_0"/>
          <p:cNvSpPr txBox="1"/>
          <p:nvPr>
            <p:ph idx="10" type="dt"/>
          </p:nvPr>
        </p:nvSpPr>
        <p:spPr>
          <a:xfrm>
            <a:off x="304792" y="4237567"/>
            <a:ext cx="1422362" cy="243417"/>
          </a:xfrm>
          <a:prstGeom prst="rect">
            <a:avLst/>
          </a:prstGeom>
          <a:noFill/>
          <a:ln>
            <a:noFill/>
          </a:ln>
        </p:spPr>
        <p:txBody>
          <a:bodyPr anchorCtr="0" anchor="ctr" bIns="30475" lIns="60950" spcFirstLastPara="1" rIns="60950" wrap="square" tIns="30475">
            <a:noAutofit/>
          </a:bodyPr>
          <a:lstStyle>
            <a:lvl1pPr lvl="0" marR="0" rtl="0" algn="l">
              <a:spcBef>
                <a:spcPts val="0"/>
              </a:spcBef>
              <a:spcAft>
                <a:spcPts val="0"/>
              </a:spcAft>
              <a:buSzPts val="900"/>
              <a:buNone/>
              <a:defRPr b="0" i="0" sz="800" u="none" cap="none" strike="noStrike">
                <a:solidFill>
                  <a:srgbClr val="888888"/>
                </a:solidFill>
                <a:latin typeface="Calibri"/>
                <a:ea typeface="Calibri"/>
                <a:cs typeface="Calibri"/>
                <a:sym typeface="Calibri"/>
              </a:defRPr>
            </a:lvl1pPr>
            <a:lvl2pPr lvl="1" marR="0" rtl="0" algn="l">
              <a:spcBef>
                <a:spcPts val="0"/>
              </a:spcBef>
              <a:spcAft>
                <a:spcPts val="0"/>
              </a:spcAft>
              <a:buSzPts val="900"/>
              <a:buNone/>
              <a:defRPr b="0" i="0" sz="1200" u="none" cap="none" strike="noStrike">
                <a:solidFill>
                  <a:schemeClr val="dk1"/>
                </a:solidFill>
                <a:latin typeface="Calibri"/>
                <a:ea typeface="Calibri"/>
                <a:cs typeface="Calibri"/>
                <a:sym typeface="Calibri"/>
              </a:defRPr>
            </a:lvl2pPr>
            <a:lvl3pPr lvl="2" marR="0" rtl="0" algn="l">
              <a:spcBef>
                <a:spcPts val="0"/>
              </a:spcBef>
              <a:spcAft>
                <a:spcPts val="0"/>
              </a:spcAft>
              <a:buSzPts val="900"/>
              <a:buNone/>
              <a:defRPr b="0" i="0" sz="1200" u="none" cap="none" strike="noStrike">
                <a:solidFill>
                  <a:schemeClr val="dk1"/>
                </a:solidFill>
                <a:latin typeface="Calibri"/>
                <a:ea typeface="Calibri"/>
                <a:cs typeface="Calibri"/>
                <a:sym typeface="Calibri"/>
              </a:defRPr>
            </a:lvl3pPr>
            <a:lvl4pPr lvl="3" marR="0" rtl="0" algn="l">
              <a:spcBef>
                <a:spcPts val="0"/>
              </a:spcBef>
              <a:spcAft>
                <a:spcPts val="0"/>
              </a:spcAft>
              <a:buSzPts val="900"/>
              <a:buNone/>
              <a:defRPr b="0" i="0" sz="1200" u="none" cap="none" strike="noStrike">
                <a:solidFill>
                  <a:schemeClr val="dk1"/>
                </a:solidFill>
                <a:latin typeface="Calibri"/>
                <a:ea typeface="Calibri"/>
                <a:cs typeface="Calibri"/>
                <a:sym typeface="Calibri"/>
              </a:defRPr>
            </a:lvl4pPr>
            <a:lvl5pPr lvl="4" marR="0" rtl="0" algn="l">
              <a:spcBef>
                <a:spcPts val="0"/>
              </a:spcBef>
              <a:spcAft>
                <a:spcPts val="0"/>
              </a:spcAft>
              <a:buSzPts val="900"/>
              <a:buNone/>
              <a:defRPr b="0" i="0" sz="1200" u="none" cap="none" strike="noStrike">
                <a:solidFill>
                  <a:schemeClr val="dk1"/>
                </a:solidFill>
                <a:latin typeface="Calibri"/>
                <a:ea typeface="Calibri"/>
                <a:cs typeface="Calibri"/>
                <a:sym typeface="Calibri"/>
              </a:defRPr>
            </a:lvl5pPr>
            <a:lvl6pPr lvl="5" marR="0" rtl="0" algn="l">
              <a:spcBef>
                <a:spcPts val="0"/>
              </a:spcBef>
              <a:spcAft>
                <a:spcPts val="0"/>
              </a:spcAft>
              <a:buSzPts val="900"/>
              <a:buNone/>
              <a:defRPr b="0" i="0" sz="1200" u="none" cap="none" strike="noStrike">
                <a:solidFill>
                  <a:schemeClr val="dk1"/>
                </a:solidFill>
                <a:latin typeface="Calibri"/>
                <a:ea typeface="Calibri"/>
                <a:cs typeface="Calibri"/>
                <a:sym typeface="Calibri"/>
              </a:defRPr>
            </a:lvl6pPr>
            <a:lvl7pPr lvl="6" marR="0" rtl="0" algn="l">
              <a:spcBef>
                <a:spcPts val="0"/>
              </a:spcBef>
              <a:spcAft>
                <a:spcPts val="0"/>
              </a:spcAft>
              <a:buSzPts val="900"/>
              <a:buNone/>
              <a:defRPr b="0" i="0" sz="1200" u="none" cap="none" strike="noStrike">
                <a:solidFill>
                  <a:schemeClr val="dk1"/>
                </a:solidFill>
                <a:latin typeface="Calibri"/>
                <a:ea typeface="Calibri"/>
                <a:cs typeface="Calibri"/>
                <a:sym typeface="Calibri"/>
              </a:defRPr>
            </a:lvl7pPr>
            <a:lvl8pPr lvl="7" marR="0" rtl="0" algn="l">
              <a:spcBef>
                <a:spcPts val="0"/>
              </a:spcBef>
              <a:spcAft>
                <a:spcPts val="0"/>
              </a:spcAft>
              <a:buSzPts val="900"/>
              <a:buNone/>
              <a:defRPr b="0" i="0" sz="1200" u="none" cap="none" strike="noStrike">
                <a:solidFill>
                  <a:schemeClr val="dk1"/>
                </a:solidFill>
                <a:latin typeface="Calibri"/>
                <a:ea typeface="Calibri"/>
                <a:cs typeface="Calibri"/>
                <a:sym typeface="Calibri"/>
              </a:defRPr>
            </a:lvl8pPr>
            <a:lvl9pPr lvl="8" marR="0" rtl="0" algn="l">
              <a:spcBef>
                <a:spcPts val="0"/>
              </a:spcBef>
              <a:spcAft>
                <a:spcPts val="0"/>
              </a:spcAft>
              <a:buSzPts val="900"/>
              <a:buNone/>
              <a:defRPr b="0" i="0" sz="1200" u="none" cap="none" strike="noStrike">
                <a:solidFill>
                  <a:schemeClr val="dk1"/>
                </a:solidFill>
                <a:latin typeface="Calibri"/>
                <a:ea typeface="Calibri"/>
                <a:cs typeface="Calibri"/>
                <a:sym typeface="Calibri"/>
              </a:defRPr>
            </a:lvl9pPr>
          </a:lstStyle>
          <a:p/>
        </p:txBody>
      </p:sp>
      <p:sp>
        <p:nvSpPr>
          <p:cNvPr id="21" name="Google Shape;21;h770a2e5ec28c9777_2_0"/>
          <p:cNvSpPr txBox="1"/>
          <p:nvPr>
            <p:ph idx="11" type="ftr"/>
          </p:nvPr>
        </p:nvSpPr>
        <p:spPr>
          <a:xfrm>
            <a:off x="2082744" y="4237567"/>
            <a:ext cx="1930349" cy="243417"/>
          </a:xfrm>
          <a:prstGeom prst="rect">
            <a:avLst/>
          </a:prstGeom>
          <a:noFill/>
          <a:ln>
            <a:noFill/>
          </a:ln>
        </p:spPr>
        <p:txBody>
          <a:bodyPr anchorCtr="0" anchor="ctr" bIns="30475" lIns="60950" spcFirstLastPara="1" rIns="60950" wrap="square" tIns="30475">
            <a:noAutofit/>
          </a:bodyPr>
          <a:lstStyle>
            <a:lvl1pPr lvl="0" marR="0" rtl="0" algn="ctr">
              <a:spcBef>
                <a:spcPts val="0"/>
              </a:spcBef>
              <a:spcAft>
                <a:spcPts val="0"/>
              </a:spcAft>
              <a:buSzPts val="900"/>
              <a:buNone/>
              <a:defRPr b="0" i="0" sz="800" u="none" cap="none" strike="noStrike">
                <a:solidFill>
                  <a:srgbClr val="888888"/>
                </a:solidFill>
                <a:latin typeface="Calibri"/>
                <a:ea typeface="Calibri"/>
                <a:cs typeface="Calibri"/>
                <a:sym typeface="Calibri"/>
              </a:defRPr>
            </a:lvl1pPr>
            <a:lvl2pPr lvl="1" marR="0" rtl="0" algn="l">
              <a:spcBef>
                <a:spcPts val="0"/>
              </a:spcBef>
              <a:spcAft>
                <a:spcPts val="0"/>
              </a:spcAft>
              <a:buSzPts val="900"/>
              <a:buNone/>
              <a:defRPr b="0" i="0" sz="1200" u="none" cap="none" strike="noStrike">
                <a:solidFill>
                  <a:schemeClr val="dk1"/>
                </a:solidFill>
                <a:latin typeface="Calibri"/>
                <a:ea typeface="Calibri"/>
                <a:cs typeface="Calibri"/>
                <a:sym typeface="Calibri"/>
              </a:defRPr>
            </a:lvl2pPr>
            <a:lvl3pPr lvl="2" marR="0" rtl="0" algn="l">
              <a:spcBef>
                <a:spcPts val="0"/>
              </a:spcBef>
              <a:spcAft>
                <a:spcPts val="0"/>
              </a:spcAft>
              <a:buSzPts val="900"/>
              <a:buNone/>
              <a:defRPr b="0" i="0" sz="1200" u="none" cap="none" strike="noStrike">
                <a:solidFill>
                  <a:schemeClr val="dk1"/>
                </a:solidFill>
                <a:latin typeface="Calibri"/>
                <a:ea typeface="Calibri"/>
                <a:cs typeface="Calibri"/>
                <a:sym typeface="Calibri"/>
              </a:defRPr>
            </a:lvl3pPr>
            <a:lvl4pPr lvl="3" marR="0" rtl="0" algn="l">
              <a:spcBef>
                <a:spcPts val="0"/>
              </a:spcBef>
              <a:spcAft>
                <a:spcPts val="0"/>
              </a:spcAft>
              <a:buSzPts val="900"/>
              <a:buNone/>
              <a:defRPr b="0" i="0" sz="1200" u="none" cap="none" strike="noStrike">
                <a:solidFill>
                  <a:schemeClr val="dk1"/>
                </a:solidFill>
                <a:latin typeface="Calibri"/>
                <a:ea typeface="Calibri"/>
                <a:cs typeface="Calibri"/>
                <a:sym typeface="Calibri"/>
              </a:defRPr>
            </a:lvl4pPr>
            <a:lvl5pPr lvl="4" marR="0" rtl="0" algn="l">
              <a:spcBef>
                <a:spcPts val="0"/>
              </a:spcBef>
              <a:spcAft>
                <a:spcPts val="0"/>
              </a:spcAft>
              <a:buSzPts val="900"/>
              <a:buNone/>
              <a:defRPr b="0" i="0" sz="1200" u="none" cap="none" strike="noStrike">
                <a:solidFill>
                  <a:schemeClr val="dk1"/>
                </a:solidFill>
                <a:latin typeface="Calibri"/>
                <a:ea typeface="Calibri"/>
                <a:cs typeface="Calibri"/>
                <a:sym typeface="Calibri"/>
              </a:defRPr>
            </a:lvl5pPr>
            <a:lvl6pPr lvl="5" marR="0" rtl="0" algn="l">
              <a:spcBef>
                <a:spcPts val="0"/>
              </a:spcBef>
              <a:spcAft>
                <a:spcPts val="0"/>
              </a:spcAft>
              <a:buSzPts val="900"/>
              <a:buNone/>
              <a:defRPr b="0" i="0" sz="1200" u="none" cap="none" strike="noStrike">
                <a:solidFill>
                  <a:schemeClr val="dk1"/>
                </a:solidFill>
                <a:latin typeface="Calibri"/>
                <a:ea typeface="Calibri"/>
                <a:cs typeface="Calibri"/>
                <a:sym typeface="Calibri"/>
              </a:defRPr>
            </a:lvl6pPr>
            <a:lvl7pPr lvl="6" marR="0" rtl="0" algn="l">
              <a:spcBef>
                <a:spcPts val="0"/>
              </a:spcBef>
              <a:spcAft>
                <a:spcPts val="0"/>
              </a:spcAft>
              <a:buSzPts val="900"/>
              <a:buNone/>
              <a:defRPr b="0" i="0" sz="1200" u="none" cap="none" strike="noStrike">
                <a:solidFill>
                  <a:schemeClr val="dk1"/>
                </a:solidFill>
                <a:latin typeface="Calibri"/>
                <a:ea typeface="Calibri"/>
                <a:cs typeface="Calibri"/>
                <a:sym typeface="Calibri"/>
              </a:defRPr>
            </a:lvl7pPr>
            <a:lvl8pPr lvl="7" marR="0" rtl="0" algn="l">
              <a:spcBef>
                <a:spcPts val="0"/>
              </a:spcBef>
              <a:spcAft>
                <a:spcPts val="0"/>
              </a:spcAft>
              <a:buSzPts val="900"/>
              <a:buNone/>
              <a:defRPr b="0" i="0" sz="1200" u="none" cap="none" strike="noStrike">
                <a:solidFill>
                  <a:schemeClr val="dk1"/>
                </a:solidFill>
                <a:latin typeface="Calibri"/>
                <a:ea typeface="Calibri"/>
                <a:cs typeface="Calibri"/>
                <a:sym typeface="Calibri"/>
              </a:defRPr>
            </a:lvl8pPr>
            <a:lvl9pPr lvl="8" marR="0" rtl="0" algn="l">
              <a:spcBef>
                <a:spcPts val="0"/>
              </a:spcBef>
              <a:spcAft>
                <a:spcPts val="0"/>
              </a:spcAft>
              <a:buSzPts val="900"/>
              <a:buNone/>
              <a:defRPr b="0" i="0" sz="1200" u="none" cap="none" strike="noStrike">
                <a:solidFill>
                  <a:schemeClr val="dk1"/>
                </a:solidFill>
                <a:latin typeface="Calibri"/>
                <a:ea typeface="Calibri"/>
                <a:cs typeface="Calibri"/>
                <a:sym typeface="Calibri"/>
              </a:defRPr>
            </a:lvl9pPr>
          </a:lstStyle>
          <a:p/>
        </p:txBody>
      </p:sp>
      <p:sp>
        <p:nvSpPr>
          <p:cNvPr id="22" name="Google Shape;22;h770a2e5ec28c9777_2_0"/>
          <p:cNvSpPr txBox="1"/>
          <p:nvPr>
            <p:ph idx="12" type="sldNum"/>
          </p:nvPr>
        </p:nvSpPr>
        <p:spPr>
          <a:xfrm>
            <a:off x="4368684" y="4237567"/>
            <a:ext cx="1422362" cy="243417"/>
          </a:xfrm>
          <a:prstGeom prst="rect">
            <a:avLst/>
          </a:prstGeom>
          <a:noFill/>
          <a:ln>
            <a:noFill/>
          </a:ln>
        </p:spPr>
        <p:txBody>
          <a:bodyPr anchorCtr="0" anchor="ctr" bIns="30475" lIns="60950" spcFirstLastPara="1" rIns="60950" wrap="square" tIns="30475">
            <a:noAutofit/>
          </a:bodyPr>
          <a:lstStyle>
            <a:lvl1pPr indent="0" lvl="0" marL="0" marR="0" rtl="0" algn="r">
              <a:spcBef>
                <a:spcPts val="0"/>
              </a:spcBef>
              <a:buNone/>
              <a:defRPr b="0" i="0" sz="800" u="none" cap="none" strike="noStrike">
                <a:solidFill>
                  <a:srgbClr val="888888"/>
                </a:solidFill>
                <a:latin typeface="Calibri"/>
                <a:ea typeface="Calibri"/>
                <a:cs typeface="Calibri"/>
                <a:sym typeface="Calibri"/>
              </a:defRPr>
            </a:lvl1pPr>
            <a:lvl2pPr indent="0" lvl="1" marL="0" marR="0" rtl="0" algn="r">
              <a:spcBef>
                <a:spcPts val="0"/>
              </a:spcBef>
              <a:buNone/>
              <a:defRPr b="0" i="0" sz="800" u="none" cap="none" strike="noStrike">
                <a:solidFill>
                  <a:srgbClr val="888888"/>
                </a:solidFill>
                <a:latin typeface="Calibri"/>
                <a:ea typeface="Calibri"/>
                <a:cs typeface="Calibri"/>
                <a:sym typeface="Calibri"/>
              </a:defRPr>
            </a:lvl2pPr>
            <a:lvl3pPr indent="0" lvl="2" marL="0" marR="0" rtl="0" algn="r">
              <a:spcBef>
                <a:spcPts val="0"/>
              </a:spcBef>
              <a:buNone/>
              <a:defRPr b="0" i="0" sz="800" u="none" cap="none" strike="noStrike">
                <a:solidFill>
                  <a:srgbClr val="888888"/>
                </a:solidFill>
                <a:latin typeface="Calibri"/>
                <a:ea typeface="Calibri"/>
                <a:cs typeface="Calibri"/>
                <a:sym typeface="Calibri"/>
              </a:defRPr>
            </a:lvl3pPr>
            <a:lvl4pPr indent="0" lvl="3" marL="0" marR="0" rtl="0" algn="r">
              <a:spcBef>
                <a:spcPts val="0"/>
              </a:spcBef>
              <a:buNone/>
              <a:defRPr b="0" i="0" sz="800" u="none" cap="none" strike="noStrike">
                <a:solidFill>
                  <a:srgbClr val="888888"/>
                </a:solidFill>
                <a:latin typeface="Calibri"/>
                <a:ea typeface="Calibri"/>
                <a:cs typeface="Calibri"/>
                <a:sym typeface="Calibri"/>
              </a:defRPr>
            </a:lvl4pPr>
            <a:lvl5pPr indent="0" lvl="4" marL="0" marR="0" rtl="0" algn="r">
              <a:spcBef>
                <a:spcPts val="0"/>
              </a:spcBef>
              <a:buNone/>
              <a:defRPr b="0" i="0" sz="800" u="none" cap="none" strike="noStrike">
                <a:solidFill>
                  <a:srgbClr val="888888"/>
                </a:solidFill>
                <a:latin typeface="Calibri"/>
                <a:ea typeface="Calibri"/>
                <a:cs typeface="Calibri"/>
                <a:sym typeface="Calibri"/>
              </a:defRPr>
            </a:lvl5pPr>
            <a:lvl6pPr indent="0" lvl="5" marL="0" marR="0" rtl="0" algn="r">
              <a:spcBef>
                <a:spcPts val="0"/>
              </a:spcBef>
              <a:buNone/>
              <a:defRPr b="0" i="0" sz="800" u="none" cap="none" strike="noStrike">
                <a:solidFill>
                  <a:srgbClr val="888888"/>
                </a:solidFill>
                <a:latin typeface="Calibri"/>
                <a:ea typeface="Calibri"/>
                <a:cs typeface="Calibri"/>
                <a:sym typeface="Calibri"/>
              </a:defRPr>
            </a:lvl6pPr>
            <a:lvl7pPr indent="0" lvl="6" marL="0" marR="0" rtl="0" algn="r">
              <a:spcBef>
                <a:spcPts val="0"/>
              </a:spcBef>
              <a:buNone/>
              <a:defRPr b="0" i="0" sz="800" u="none" cap="none" strike="noStrike">
                <a:solidFill>
                  <a:srgbClr val="888888"/>
                </a:solidFill>
                <a:latin typeface="Calibri"/>
                <a:ea typeface="Calibri"/>
                <a:cs typeface="Calibri"/>
                <a:sym typeface="Calibri"/>
              </a:defRPr>
            </a:lvl7pPr>
            <a:lvl8pPr indent="0" lvl="7" marL="0" marR="0" rtl="0" algn="r">
              <a:spcBef>
                <a:spcPts val="0"/>
              </a:spcBef>
              <a:buNone/>
              <a:defRPr b="0" i="0" sz="800" u="none" cap="none" strike="noStrike">
                <a:solidFill>
                  <a:srgbClr val="888888"/>
                </a:solidFill>
                <a:latin typeface="Calibri"/>
                <a:ea typeface="Calibri"/>
                <a:cs typeface="Calibri"/>
                <a:sym typeface="Calibri"/>
              </a:defRPr>
            </a:lvl8pPr>
            <a:lvl9pPr indent="0" lvl="8" marL="0" marR="0" rtl="0" algn="r">
              <a:spcBef>
                <a:spcPts val="0"/>
              </a:spcBef>
              <a:buNone/>
              <a:defRPr b="0" i="0" sz="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53" r:id="rId1"/>
    <p:sldLayoutId id="2147483654" r:id="rId2"/>
    <p:sldLayoutId id="2147483655" r:id="rId3"/>
    <p:sldLayoutId id="2147483656" r:id="rId4"/>
    <p:sldLayoutId id="2147483657" r:id="rId5"/>
    <p:sldLayoutId id="2147483658" r:id="rId6"/>
    <p:sldLayoutId id="2147483659" r:id="rId7"/>
    <p:sldLayoutId id="2147483660" r:id="rId8"/>
    <p:sldLayoutId id="2147483661" r:id="rId9"/>
    <p:sldLayoutId id="2147483662" r:id="rId10"/>
    <p:sldLayoutId id="2147483663"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6.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 Id="rId3" Type="http://schemas.openxmlformats.org/officeDocument/2006/relationships/image" Target="../media/image4.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 Id="rId3" Type="http://schemas.openxmlformats.org/officeDocument/2006/relationships/image" Target="../media/image10.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 Id="rId3" Type="http://schemas.openxmlformats.org/officeDocument/2006/relationships/image" Target="../media/image15.jpg"/><Relationship Id="rId4" Type="http://schemas.openxmlformats.org/officeDocument/2006/relationships/image" Target="../media/image8.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3.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1.jpg"/><Relationship Id="rId4" Type="http://schemas.openxmlformats.org/officeDocument/2006/relationships/image" Target="../media/image7.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9.jpg"/><Relationship Id="rId4" Type="http://schemas.openxmlformats.org/officeDocument/2006/relationships/image" Target="../media/image13.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1"/>
          <p:cNvSpPr/>
          <p:nvPr/>
        </p:nvSpPr>
        <p:spPr>
          <a:xfrm>
            <a:off x="10315594" y="5125650"/>
            <a:ext cx="2667000" cy="2667000"/>
          </a:xfrm>
          <a:prstGeom prst="ellipse">
            <a:avLst/>
          </a:prstGeom>
          <a:noFill/>
          <a:ln cap="flat" cmpd="sng" w="25400">
            <a:solidFill>
              <a:srgbClr val="8B6C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1"/>
          <p:cNvSpPr/>
          <p:nvPr/>
        </p:nvSpPr>
        <p:spPr>
          <a:xfrm rot="-2838555">
            <a:off x="10893615" y="5749730"/>
            <a:ext cx="1510971" cy="1534744"/>
          </a:xfrm>
          <a:prstGeom prst="diamond">
            <a:avLst/>
          </a:prstGeom>
          <a:solidFill>
            <a:srgbClr val="12141C"/>
          </a:solidFill>
          <a:ln cap="flat" cmpd="sng" w="12700">
            <a:solidFill>
              <a:srgbClr val="8B6C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1"/>
          <p:cNvSpPr/>
          <p:nvPr/>
        </p:nvSpPr>
        <p:spPr>
          <a:xfrm>
            <a:off x="757219" y="1507649"/>
            <a:ext cx="7502337" cy="173335"/>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F4F3FA"/>
              </a:buClr>
              <a:buSzPts val="1050"/>
              <a:buFont typeface="Martian Mono Medium"/>
              <a:buNone/>
            </a:pPr>
            <a:r>
              <a:rPr b="0" i="0" lang="en-US" spc="84" sz="1050" u="none" cap="none" strike="noStrike">
                <a:solidFill>
                  <a:srgbClr val="F4F3FA"/>
                </a:solidFill>
                <a:latin typeface="Martian Mono Medium"/>
                <a:ea typeface="Martian Mono Medium"/>
                <a:cs typeface="Martian Mono Medium"/>
                <a:sym typeface="Martian Mono Medium"/>
              </a:rPr>
              <a:t>CYBERSECURITY PROJECT REVIEW</a:t>
            </a:r>
            <a:endParaRPr b="0" i="0" sz="1050" u="none" cap="none" strike="noStrike">
              <a:solidFill>
                <a:schemeClr val="dk1"/>
              </a:solidFill>
              <a:latin typeface="Calibri"/>
              <a:ea typeface="Calibri"/>
              <a:cs typeface="Calibri"/>
              <a:sym typeface="Calibri"/>
            </a:endParaRPr>
          </a:p>
        </p:txBody>
      </p:sp>
      <p:sp>
        <p:nvSpPr>
          <p:cNvPr id="100" name="Google Shape;100;p1"/>
          <p:cNvSpPr/>
          <p:nvPr/>
        </p:nvSpPr>
        <p:spPr>
          <a:xfrm>
            <a:off x="757219" y="1802491"/>
            <a:ext cx="6892753" cy="1139825"/>
          </a:xfrm>
          <a:prstGeom prst="rect">
            <a:avLst/>
          </a:prstGeom>
          <a:noFill/>
          <a:ln>
            <a:noFill/>
          </a:ln>
        </p:spPr>
        <p:txBody>
          <a:bodyPr anchorCtr="0" anchor="t" bIns="0" lIns="0" spcFirstLastPara="1" rIns="0" wrap="square" tIns="0">
            <a:normAutofit/>
          </a:bodyPr>
          <a:lstStyle/>
          <a:p>
            <a:pPr indent="0" lvl="0" marL="0" marR="0" rtl="0" algn="l">
              <a:lnSpc>
                <a:spcPct val="85000"/>
              </a:lnSpc>
              <a:spcBef>
                <a:spcPts val="0"/>
              </a:spcBef>
              <a:spcAft>
                <a:spcPts val="0"/>
              </a:spcAft>
              <a:buClr>
                <a:srgbClr val="F4F3FA"/>
              </a:buClr>
              <a:buSzPts val="4400"/>
              <a:buFont typeface="Special Gothic Expanded One"/>
              <a:buNone/>
            </a:pPr>
            <a:r>
              <a:rPr b="0" i="0" lang="en-US" spc="-88" sz="4400" u="none" cap="none" strike="noStrike">
                <a:solidFill>
                  <a:srgbClr val="F4F3FA"/>
                </a:solidFill>
                <a:latin typeface="Special Gothic Expanded One"/>
                <a:ea typeface="Special Gothic Expanded One"/>
                <a:cs typeface="Special Gothic Expanded One"/>
                <a:sym typeface="Special Gothic Expanded One"/>
              </a:rPr>
              <a:t>GEO Cyber Threat</a:t>
            </a:r>
            <a:endParaRPr b="0" i="0" sz="4400" u="none" cap="none" strike="noStrike">
              <a:solidFill>
                <a:schemeClr val="dk1"/>
              </a:solidFill>
              <a:latin typeface="Calibri"/>
              <a:ea typeface="Calibri"/>
              <a:cs typeface="Calibri"/>
              <a:sym typeface="Calibri"/>
            </a:endParaRPr>
          </a:p>
          <a:p>
            <a:pPr indent="0" lvl="0" marL="0" marR="0" rtl="0" algn="l">
              <a:lnSpc>
                <a:spcPct val="85000"/>
              </a:lnSpc>
              <a:spcBef>
                <a:spcPts val="0"/>
              </a:spcBef>
              <a:spcAft>
                <a:spcPts val="0"/>
              </a:spcAft>
              <a:buClr>
                <a:srgbClr val="F4F3FA"/>
              </a:buClr>
              <a:buSzPts val="4400"/>
              <a:buFont typeface="Special Gothic Expanded One"/>
              <a:buNone/>
            </a:pPr>
            <a:r>
              <a:rPr b="0" i="0" lang="en-US" spc="-88" sz="4400" u="none" cap="none" strike="noStrike">
                <a:solidFill>
                  <a:srgbClr val="F4F3FA"/>
                </a:solidFill>
                <a:latin typeface="Special Gothic Expanded One"/>
                <a:ea typeface="Special Gothic Expanded One"/>
                <a:cs typeface="Special Gothic Expanded One"/>
                <a:sym typeface="Special Gothic Expanded One"/>
              </a:rPr>
              <a:t>Detection System</a:t>
            </a:r>
            <a:endParaRPr b="0" i="0" sz="4400" u="none" cap="none" strike="noStrike">
              <a:solidFill>
                <a:schemeClr val="dk1"/>
              </a:solidFill>
              <a:latin typeface="Calibri"/>
              <a:ea typeface="Calibri"/>
              <a:cs typeface="Calibri"/>
              <a:sym typeface="Calibri"/>
            </a:endParaRPr>
          </a:p>
        </p:txBody>
      </p:sp>
      <p:sp>
        <p:nvSpPr>
          <p:cNvPr id="101" name="Google Shape;101;p1"/>
          <p:cNvSpPr/>
          <p:nvPr/>
        </p:nvSpPr>
        <p:spPr>
          <a:xfrm>
            <a:off x="757219" y="4348798"/>
            <a:ext cx="5876778" cy="604441"/>
          </a:xfrm>
          <a:prstGeom prst="rect">
            <a:avLst/>
          </a:prstGeom>
          <a:noFill/>
          <a:ln>
            <a:noFill/>
          </a:ln>
        </p:spPr>
        <p:txBody>
          <a:bodyPr anchorCtr="0" anchor="t" bIns="0" lIns="0" spcFirstLastPara="1" rIns="0" wrap="square" tIns="0">
            <a:normAutofit/>
          </a:bodyPr>
          <a:lstStyle/>
          <a:p>
            <a:pPr indent="0" lvl="0" marL="0" marR="0" rtl="0" algn="l">
              <a:lnSpc>
                <a:spcPct val="117000"/>
              </a:lnSpc>
              <a:spcBef>
                <a:spcPts val="0"/>
              </a:spcBef>
              <a:spcAft>
                <a:spcPts val="0"/>
              </a:spcAft>
              <a:buClr>
                <a:srgbClr val="BDBED0"/>
              </a:buClr>
              <a:buSzPts val="1700"/>
              <a:buFont typeface="Funnel Sans"/>
              <a:buNone/>
            </a:pPr>
            <a:r>
              <a:rPr b="0" i="0" lang="en-US" sz="1700" u="none" cap="none" strike="noStrike">
                <a:solidFill>
                  <a:srgbClr val="BDBED0"/>
                </a:solidFill>
                <a:latin typeface="Funnel Sans"/>
                <a:ea typeface="Funnel Sans"/>
                <a:cs typeface="Funnel Sans"/>
                <a:sym typeface="Funnel Sans"/>
              </a:rPr>
              <a:t>Correlate ordinary signals early enough to make the next defensive action clear.</a:t>
            </a:r>
            <a:endParaRPr b="0" i="0" sz="1700" u="none" cap="none" strike="noStrike">
              <a:solidFill>
                <a:schemeClr val="dk1"/>
              </a:solidFill>
              <a:latin typeface="Calibri"/>
              <a:ea typeface="Calibri"/>
              <a:cs typeface="Calibri"/>
              <a:sym typeface="Calibri"/>
            </a:endParaRPr>
          </a:p>
        </p:txBody>
      </p:sp>
      <p:pic>
        <p:nvPicPr>
          <p:cNvPr descr="preencoded.png" id="102" name="Google Shape;102;p1"/>
          <p:cNvPicPr preferRelativeResize="0"/>
          <p:nvPr/>
        </p:nvPicPr>
        <p:blipFill rotWithShape="1">
          <a:blip r:embed="rId3">
            <a:alphaModFix/>
          </a:blip>
          <a:srcRect b="0" l="0" r="0" t="0"/>
          <a:stretch/>
        </p:blipFill>
        <p:spPr>
          <a:xfrm>
            <a:off x="9000900" y="2260600"/>
            <a:ext cx="184145" cy="184150"/>
          </a:xfrm>
          <a:prstGeom prst="rect">
            <a:avLst/>
          </a:prstGeom>
          <a:noFill/>
          <a:ln>
            <a:noFill/>
          </a:ln>
        </p:spPr>
      </p:pic>
      <p:sp>
        <p:nvSpPr>
          <p:cNvPr id="103" name="Google Shape;103;p1"/>
          <p:cNvSpPr/>
          <p:nvPr/>
        </p:nvSpPr>
        <p:spPr>
          <a:xfrm>
            <a:off x="6700670" y="889953"/>
            <a:ext cx="2422464" cy="186630"/>
          </a:xfrm>
          <a:prstGeom prst="rect">
            <a:avLst/>
          </a:prstGeom>
          <a:noFill/>
          <a:ln>
            <a:noFill/>
          </a:ln>
        </p:spPr>
        <p:txBody>
          <a:bodyPr anchorCtr="0" anchor="t" bIns="0" lIns="0" spcFirstLastPara="1" rIns="0" wrap="square" tIns="0">
            <a:noAutofit/>
          </a:bodyPr>
          <a:lstStyle/>
          <a:p>
            <a:pPr indent="0" lvl="0" marL="0" marR="0" rtl="0" algn="ctr">
              <a:lnSpc>
                <a:spcPct val="117000"/>
              </a:lnSpc>
              <a:spcBef>
                <a:spcPts val="0"/>
              </a:spcBef>
              <a:spcAft>
                <a:spcPts val="0"/>
              </a:spcAft>
              <a:buClr>
                <a:srgbClr val="F4F3FA"/>
              </a:buClr>
              <a:buSzPts val="1050"/>
              <a:buFont typeface="Funnel Sans"/>
              <a:buNone/>
            </a:pPr>
            <a:r>
              <a:rPr b="0" i="0" lang="en-US" spc="105" sz="1050" u="none" cap="none" strike="noStrike">
                <a:solidFill>
                  <a:srgbClr val="F4F3FA"/>
                </a:solidFill>
                <a:latin typeface="Funnel Sans"/>
                <a:ea typeface="Funnel Sans"/>
                <a:cs typeface="Funnel Sans"/>
                <a:sym typeface="Funnel Sans"/>
              </a:rPr>
              <a:t>EMAIL</a:t>
            </a:r>
            <a:endParaRPr b="0" i="0" sz="1050" u="none" cap="none" strike="noStrike">
              <a:solidFill>
                <a:schemeClr val="dk1"/>
              </a:solidFill>
              <a:latin typeface="Calibri"/>
              <a:ea typeface="Calibri"/>
              <a:cs typeface="Calibri"/>
              <a:sym typeface="Calibri"/>
            </a:endParaRPr>
          </a:p>
        </p:txBody>
      </p:sp>
      <p:sp>
        <p:nvSpPr>
          <p:cNvPr id="104" name="Google Shape;104;p1"/>
          <p:cNvSpPr/>
          <p:nvPr/>
        </p:nvSpPr>
        <p:spPr>
          <a:xfrm>
            <a:off x="9850191" y="2096453"/>
            <a:ext cx="2041474" cy="186630"/>
          </a:xfrm>
          <a:prstGeom prst="rect">
            <a:avLst/>
          </a:prstGeom>
          <a:noFill/>
          <a:ln>
            <a:noFill/>
          </a:ln>
        </p:spPr>
        <p:txBody>
          <a:bodyPr anchorCtr="0" anchor="t" bIns="0" lIns="0" spcFirstLastPara="1" rIns="0" wrap="square" tIns="0">
            <a:noAutofit/>
          </a:bodyPr>
          <a:lstStyle/>
          <a:p>
            <a:pPr indent="0" lvl="0" marL="0" marR="0" rtl="0" algn="ctr">
              <a:lnSpc>
                <a:spcPct val="117000"/>
              </a:lnSpc>
              <a:spcBef>
                <a:spcPts val="0"/>
              </a:spcBef>
              <a:spcAft>
                <a:spcPts val="0"/>
              </a:spcAft>
              <a:buClr>
                <a:srgbClr val="F4F3FA"/>
              </a:buClr>
              <a:buSzPts val="1050"/>
              <a:buFont typeface="Funnel Sans"/>
              <a:buNone/>
            </a:pPr>
            <a:r>
              <a:rPr b="0" i="0" lang="en-US" spc="105" sz="1050" u="none" cap="none" strike="noStrike">
                <a:solidFill>
                  <a:srgbClr val="F4F3FA"/>
                </a:solidFill>
                <a:latin typeface="Funnel Sans"/>
                <a:ea typeface="Funnel Sans"/>
                <a:cs typeface="Funnel Sans"/>
                <a:sym typeface="Funnel Sans"/>
              </a:rPr>
              <a:t>URL</a:t>
            </a:r>
            <a:endParaRPr b="0" i="0" sz="1050" u="none" cap="none" strike="noStrike">
              <a:solidFill>
                <a:schemeClr val="dk1"/>
              </a:solidFill>
              <a:latin typeface="Calibri"/>
              <a:ea typeface="Calibri"/>
              <a:cs typeface="Calibri"/>
              <a:sym typeface="Calibri"/>
            </a:endParaRPr>
          </a:p>
        </p:txBody>
      </p:sp>
      <p:sp>
        <p:nvSpPr>
          <p:cNvPr id="105" name="Google Shape;105;p1"/>
          <p:cNvSpPr/>
          <p:nvPr/>
        </p:nvSpPr>
        <p:spPr>
          <a:xfrm>
            <a:off x="8732619" y="4090352"/>
            <a:ext cx="2549461" cy="186630"/>
          </a:xfrm>
          <a:prstGeom prst="rect">
            <a:avLst/>
          </a:prstGeom>
          <a:noFill/>
          <a:ln>
            <a:noFill/>
          </a:ln>
        </p:spPr>
        <p:txBody>
          <a:bodyPr anchorCtr="0" anchor="t" bIns="0" lIns="0" spcFirstLastPara="1" rIns="0" wrap="square" tIns="0">
            <a:noAutofit/>
          </a:bodyPr>
          <a:lstStyle/>
          <a:p>
            <a:pPr indent="0" lvl="0" marL="0" marR="0" rtl="0" algn="ctr">
              <a:lnSpc>
                <a:spcPct val="117000"/>
              </a:lnSpc>
              <a:spcBef>
                <a:spcPts val="0"/>
              </a:spcBef>
              <a:spcAft>
                <a:spcPts val="0"/>
              </a:spcAft>
              <a:buClr>
                <a:srgbClr val="F4F3FA"/>
              </a:buClr>
              <a:buSzPts val="1050"/>
              <a:buFont typeface="Funnel Sans"/>
              <a:buNone/>
            </a:pPr>
            <a:r>
              <a:rPr b="0" i="0" lang="en-US" spc="105" sz="1050" u="none" cap="none" strike="noStrike">
                <a:solidFill>
                  <a:srgbClr val="F4F3FA"/>
                </a:solidFill>
                <a:latin typeface="Funnel Sans"/>
                <a:ea typeface="Funnel Sans"/>
                <a:cs typeface="Funnel Sans"/>
                <a:sym typeface="Funnel Sans"/>
              </a:rPr>
              <a:t>ENDPOINT</a:t>
            </a:r>
            <a:endParaRPr b="0" i="0" sz="1050" u="none" cap="none" strike="noStrike">
              <a:solidFill>
                <a:schemeClr val="dk1"/>
              </a:solidFill>
              <a:latin typeface="Calibri"/>
              <a:ea typeface="Calibri"/>
              <a:cs typeface="Calibri"/>
              <a:sym typeface="Calibri"/>
            </a:endParaRPr>
          </a:p>
        </p:txBody>
      </p:sp>
      <p:sp>
        <p:nvSpPr>
          <p:cNvPr id="106" name="Google Shape;106;p1"/>
          <p:cNvSpPr/>
          <p:nvPr/>
        </p:nvSpPr>
        <p:spPr>
          <a:xfrm>
            <a:off x="6522874" y="4090352"/>
            <a:ext cx="2422464" cy="186630"/>
          </a:xfrm>
          <a:prstGeom prst="rect">
            <a:avLst/>
          </a:prstGeom>
          <a:noFill/>
          <a:ln>
            <a:noFill/>
          </a:ln>
        </p:spPr>
        <p:txBody>
          <a:bodyPr anchorCtr="0" anchor="t" bIns="0" lIns="0" spcFirstLastPara="1" rIns="0" wrap="square" tIns="0">
            <a:noAutofit/>
          </a:bodyPr>
          <a:lstStyle/>
          <a:p>
            <a:pPr indent="0" lvl="0" marL="0" marR="0" rtl="0" algn="ctr">
              <a:lnSpc>
                <a:spcPct val="117000"/>
              </a:lnSpc>
              <a:spcBef>
                <a:spcPts val="0"/>
              </a:spcBef>
              <a:spcAft>
                <a:spcPts val="0"/>
              </a:spcAft>
              <a:buClr>
                <a:srgbClr val="F4F3FA"/>
              </a:buClr>
              <a:buSzPts val="1050"/>
              <a:buFont typeface="Funnel Sans"/>
              <a:buNone/>
            </a:pPr>
            <a:r>
              <a:rPr b="0" i="0" lang="en-US" spc="105" sz="1050" u="none" cap="none" strike="noStrike">
                <a:solidFill>
                  <a:srgbClr val="F4F3FA"/>
                </a:solidFill>
                <a:latin typeface="Funnel Sans"/>
                <a:ea typeface="Funnel Sans"/>
                <a:cs typeface="Funnel Sans"/>
                <a:sym typeface="Funnel Sans"/>
              </a:rPr>
              <a:t>FILE</a:t>
            </a:r>
            <a:endParaRPr b="0" i="0" sz="1050" u="none" cap="none" strike="noStrike">
              <a:solidFill>
                <a:schemeClr val="dk1"/>
              </a:solidFill>
              <a:latin typeface="Calibri"/>
              <a:ea typeface="Calibri"/>
              <a:cs typeface="Calibri"/>
              <a:sym typeface="Calibri"/>
            </a:endParaRPr>
          </a:p>
        </p:txBody>
      </p:sp>
      <p:sp>
        <p:nvSpPr>
          <p:cNvPr id="107" name="Google Shape;107;p1"/>
          <p:cNvSpPr/>
          <p:nvPr/>
        </p:nvSpPr>
        <p:spPr>
          <a:xfrm>
            <a:off x="757219" y="6046153"/>
            <a:ext cx="5851379" cy="186630"/>
          </a:xfrm>
          <a:prstGeom prst="rect">
            <a:avLst/>
          </a:prstGeom>
          <a:noFill/>
          <a:ln>
            <a:noFill/>
          </a:ln>
        </p:spPr>
        <p:txBody>
          <a:bodyPr anchorCtr="0" anchor="t" bIns="0" lIns="0" spcFirstLastPara="1" rIns="0" wrap="square" tIns="0">
            <a:noAutofit/>
          </a:bodyPr>
          <a:lstStyle/>
          <a:p>
            <a:pPr indent="0" lvl="0" marL="0" marR="0" rtl="0" algn="l">
              <a:lnSpc>
                <a:spcPct val="117000"/>
              </a:lnSpc>
              <a:spcBef>
                <a:spcPts val="0"/>
              </a:spcBef>
              <a:spcAft>
                <a:spcPts val="0"/>
              </a:spcAft>
              <a:buClr>
                <a:srgbClr val="BDBED0"/>
              </a:buClr>
              <a:buSzPts val="1050"/>
              <a:buFont typeface="Funnel Sans"/>
              <a:buNone/>
            </a:pPr>
            <a:r>
              <a:rPr b="0" i="0" lang="en-US" spc="105" sz="1050" u="none" cap="none" strike="noStrike">
                <a:solidFill>
                  <a:srgbClr val="BDBED0"/>
                </a:solidFill>
                <a:latin typeface="Funnel Sans"/>
                <a:ea typeface="Funnel Sans"/>
                <a:cs typeface="Funnel Sans"/>
                <a:sym typeface="Funnel Sans"/>
              </a:rPr>
              <a:t>GEO · THREAT CORRELATION · PROTOTYPE</a:t>
            </a:r>
            <a:endParaRPr b="0" i="0" sz="1050" u="none" cap="none" strike="noStrike">
              <a:solidFill>
                <a:schemeClr val="dk1"/>
              </a:solidFill>
              <a:latin typeface="Calibri"/>
              <a:ea typeface="Calibri"/>
              <a:cs typeface="Calibri"/>
              <a:sym typeface="Calibri"/>
            </a:endParaRPr>
          </a:p>
        </p:txBody>
      </p:sp>
    </p:spTree>
  </p:cSld>
  <p:clrMapOvr>
    <a:masterClrMapping/>
  </p:clrMapOvr>
  <p:transition spd="med">
    <p:fade thruBlk="1"/>
  </p:transition>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pic>
        <p:nvPicPr>
          <p:cNvPr id="113" name="Google Shape;113;h770a2e5ec28c9777_0_46"/>
          <p:cNvPicPr preferRelativeResize="0"/>
          <p:nvPr/>
        </p:nvPicPr>
        <p:blipFill>
          <a:blip r:embed="rId3">
            <a:alphaModFix/>
          </a:blip>
          <a:stretch>
            <a:fillRect/>
          </a:stretch>
        </p:blipFill>
        <p:spPr>
          <a:xfrm>
            <a:off x="-72575" y="-259150"/>
            <a:ext cx="12360676" cy="8026176"/>
          </a:xfrm>
          <a:prstGeom prst="rect">
            <a:avLst/>
          </a:prstGeom>
          <a:noFill/>
          <a:ln>
            <a:noFill/>
          </a:ln>
        </p:spPr>
      </p:pic>
    </p:spTree>
  </p:cSld>
  <p:clrMapOvr>
    <a:masterClrMapping/>
  </p:clrMapOvr>
  <p:transition spd="med">
    <p:fade thruBlk="1"/>
  </p:transition>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21216"/>
        </a:solidFill>
      </p:bgPr>
    </p:bg>
    <p:spTree>
      <p:nvGrpSpPr>
        <p:cNvPr id="117" name="Shape 117"/>
        <p:cNvGrpSpPr/>
        <p:nvPr/>
      </p:nvGrpSpPr>
      <p:grpSpPr>
        <a:xfrm>
          <a:off x="0" y="0"/>
          <a:ext cx="0" cy="0"/>
          <a:chOff x="0" y="0"/>
          <a:chExt cx="0" cy="0"/>
        </a:xfrm>
      </p:grpSpPr>
      <p:sp>
        <p:nvSpPr>
          <p:cNvPr id="118" name="Google Shape;118;h770a2e5ec28c9777_2_75"/>
          <p:cNvSpPr/>
          <p:nvPr/>
        </p:nvSpPr>
        <p:spPr>
          <a:xfrm>
            <a:off x="6400871" y="1596682"/>
            <a:ext cx="4996809" cy="3578479"/>
          </a:xfrm>
          <a:custGeom>
            <a:rect b="b" l="l" r="r" t="t"/>
            <a:pathLst>
              <a:path extrusionOk="0" h="7156958" w="9993884">
                <a:moveTo>
                  <a:pt x="0" y="1192911"/>
                </a:moveTo>
                <a:cubicBezTo>
                  <a:pt x="0" y="534035"/>
                  <a:pt x="534035" y="0"/>
                  <a:pt x="1192911" y="0"/>
                </a:cubicBezTo>
                <a:lnTo>
                  <a:pt x="8800973" y="0"/>
                </a:lnTo>
                <a:cubicBezTo>
                  <a:pt x="9459722" y="0"/>
                  <a:pt x="9993884" y="534035"/>
                  <a:pt x="9993884" y="1192911"/>
                </a:cubicBezTo>
                <a:lnTo>
                  <a:pt x="9993884" y="5964047"/>
                </a:lnTo>
                <a:cubicBezTo>
                  <a:pt x="9993884" y="6622796"/>
                  <a:pt x="9459849" y="7156958"/>
                  <a:pt x="8800973" y="7156958"/>
                </a:cubicBezTo>
                <a:lnTo>
                  <a:pt x="1192911" y="7156958"/>
                </a:lnTo>
                <a:cubicBezTo>
                  <a:pt x="534035" y="7156958"/>
                  <a:pt x="0" y="6622923"/>
                  <a:pt x="0" y="5964047"/>
                </a:cubicBezTo>
                <a:close/>
              </a:path>
            </a:pathLst>
          </a:custGeom>
          <a:solidFill>
            <a:srgbClr val="F5F5F5"/>
          </a:solidFill>
          <a:ln cap="sq" cmpd="sng" w="14275">
            <a:solidFill>
              <a:srgbClr val="5A5A5A"/>
            </a:solidFill>
            <a:prstDash val="solid"/>
            <a:miter lim="8000"/>
            <a:headEnd len="sm" w="sm" type="none"/>
            <a:tailEnd len="sm" w="sm" type="none"/>
          </a:ln>
        </p:spPr>
        <p:txBody>
          <a:bodyPr anchorCtr="0" anchor="ctr" bIns="60950" lIns="60950" spcFirstLastPara="1" rIns="60950" wrap="square" tIns="60950">
            <a:noAutofit/>
          </a:bodyPr>
          <a:lstStyle/>
          <a:p>
            <a:pPr indent="0" lvl="0" marL="0" rtl="0" algn="l">
              <a:spcBef>
                <a:spcPts val="0"/>
              </a:spcBef>
              <a:spcAft>
                <a:spcPts val="0"/>
              </a:spcAft>
              <a:buNone/>
            </a:pPr>
            <a:r>
              <a:t/>
            </a:r>
            <a:endParaRPr/>
          </a:p>
        </p:txBody>
      </p:sp>
      <p:sp>
        <p:nvSpPr>
          <p:cNvPr id="119" name="Google Shape;119;h770a2e5ec28c9777_2_75"/>
          <p:cNvSpPr/>
          <p:nvPr/>
        </p:nvSpPr>
        <p:spPr>
          <a:xfrm>
            <a:off x="7910765" y="3884473"/>
            <a:ext cx="1931174" cy="604329"/>
          </a:xfrm>
          <a:custGeom>
            <a:rect b="b" l="l" r="r" t="t"/>
            <a:pathLst>
              <a:path extrusionOk="0" h="1208659" w="3862451">
                <a:moveTo>
                  <a:pt x="0" y="201422"/>
                </a:moveTo>
                <a:cubicBezTo>
                  <a:pt x="0" y="90170"/>
                  <a:pt x="90170" y="0"/>
                  <a:pt x="201422" y="0"/>
                </a:cubicBezTo>
                <a:lnTo>
                  <a:pt x="3661029" y="0"/>
                </a:lnTo>
                <a:cubicBezTo>
                  <a:pt x="3772281" y="0"/>
                  <a:pt x="3862451" y="90170"/>
                  <a:pt x="3862451" y="201422"/>
                </a:cubicBezTo>
                <a:lnTo>
                  <a:pt x="3862451" y="1007237"/>
                </a:lnTo>
                <a:cubicBezTo>
                  <a:pt x="3862451" y="1118489"/>
                  <a:pt x="3772281" y="1208659"/>
                  <a:pt x="3661029" y="1208659"/>
                </a:cubicBezTo>
                <a:lnTo>
                  <a:pt x="201422" y="1208659"/>
                </a:lnTo>
                <a:cubicBezTo>
                  <a:pt x="90170" y="1208659"/>
                  <a:pt x="0" y="1118489"/>
                  <a:pt x="0" y="1007237"/>
                </a:cubicBezTo>
                <a:close/>
              </a:path>
            </a:pathLst>
          </a:custGeom>
          <a:solidFill>
            <a:srgbClr val="2D78DC"/>
          </a:solidFill>
          <a:ln cap="sq" cmpd="sng" w="14275">
            <a:solidFill>
              <a:srgbClr val="2D78DC"/>
            </a:solidFill>
            <a:prstDash val="solid"/>
            <a:miter lim="8000"/>
            <a:headEnd len="sm" w="sm" type="none"/>
            <a:tailEnd len="sm" w="sm" type="none"/>
          </a:ln>
        </p:spPr>
        <p:txBody>
          <a:bodyPr anchorCtr="0" anchor="ctr" bIns="60950" lIns="60950" spcFirstLastPara="1" rIns="60950" wrap="square" tIns="60950">
            <a:noAutofit/>
          </a:bodyPr>
          <a:lstStyle/>
          <a:p>
            <a:pPr indent="0" lvl="0" marL="0" rtl="0" algn="l">
              <a:spcBef>
                <a:spcPts val="0"/>
              </a:spcBef>
              <a:spcAft>
                <a:spcPts val="0"/>
              </a:spcAft>
              <a:buNone/>
            </a:pPr>
            <a:r>
              <a:t/>
            </a:r>
            <a:endParaRPr/>
          </a:p>
        </p:txBody>
      </p:sp>
      <p:sp>
        <p:nvSpPr>
          <p:cNvPr id="120" name="Google Shape;120;h770a2e5ec28c9777_2_75"/>
          <p:cNvSpPr txBox="1"/>
          <p:nvPr/>
        </p:nvSpPr>
        <p:spPr>
          <a:xfrm>
            <a:off x="610016" y="287267"/>
            <a:ext cx="10950677" cy="734631"/>
          </a:xfrm>
          <a:prstGeom prst="rect">
            <a:avLst/>
          </a:prstGeom>
          <a:noFill/>
          <a:ln>
            <a:noFill/>
          </a:ln>
        </p:spPr>
        <p:txBody>
          <a:bodyPr anchorCtr="0" anchor="t" bIns="0" lIns="0" spcFirstLastPara="1" rIns="0" wrap="square" tIns="0">
            <a:spAutoFit/>
          </a:bodyPr>
          <a:lstStyle/>
          <a:p>
            <a:pPr indent="0" lvl="0" marL="0" marR="0" rtl="0" algn="l">
              <a:lnSpc>
                <a:spcPct val="120008"/>
              </a:lnSpc>
              <a:spcBef>
                <a:spcPts val="0"/>
              </a:spcBef>
              <a:spcAft>
                <a:spcPts val="0"/>
              </a:spcAft>
              <a:buNone/>
            </a:pPr>
            <a:r>
              <a:rPr b="1" i="0" lang="en-US" sz="3000" u="none" cap="none" strike="noStrike">
                <a:solidFill>
                  <a:srgbClr val="FFFFFF"/>
                </a:solidFill>
                <a:latin typeface="Calibri"/>
                <a:ea typeface="Calibri"/>
                <a:cs typeface="Calibri"/>
                <a:sym typeface="Calibri"/>
              </a:rPr>
              <a:t>BEFORE — Normal User</a:t>
            </a:r>
            <a:endParaRPr sz="900"/>
          </a:p>
        </p:txBody>
      </p:sp>
      <p:sp>
        <p:nvSpPr>
          <p:cNvPr id="121" name="Google Shape;121;h770a2e5ec28c9777_2_75"/>
          <p:cNvSpPr txBox="1"/>
          <p:nvPr/>
        </p:nvSpPr>
        <p:spPr>
          <a:xfrm>
            <a:off x="628316" y="965949"/>
            <a:ext cx="10676155" cy="376244"/>
          </a:xfrm>
          <a:prstGeom prst="rect">
            <a:avLst/>
          </a:prstGeom>
          <a:noFill/>
          <a:ln>
            <a:noFill/>
          </a:ln>
        </p:spPr>
        <p:txBody>
          <a:bodyPr anchorCtr="0" anchor="t" bIns="0" lIns="0" spcFirstLastPara="1" rIns="0" wrap="square" tIns="0">
            <a:spAutoFit/>
          </a:bodyPr>
          <a:lstStyle/>
          <a:p>
            <a:pPr indent="0" lvl="0" marL="0" marR="0" rtl="0" algn="l">
              <a:lnSpc>
                <a:spcPct val="120033"/>
              </a:lnSpc>
              <a:spcBef>
                <a:spcPts val="0"/>
              </a:spcBef>
              <a:spcAft>
                <a:spcPts val="0"/>
              </a:spcAft>
              <a:buNone/>
            </a:pPr>
            <a:r>
              <a:rPr b="0" i="0" lang="en-US" sz="1600" u="none" cap="none" strike="noStrike">
                <a:solidFill>
                  <a:srgbClr val="D2D2D2"/>
                </a:solidFill>
                <a:latin typeface="Calibri"/>
                <a:ea typeface="Calibri"/>
                <a:cs typeface="Calibri"/>
                <a:sym typeface="Calibri"/>
              </a:rPr>
              <a:t>The person is about to open a website/link.</a:t>
            </a:r>
            <a:endParaRPr sz="900"/>
          </a:p>
        </p:txBody>
      </p:sp>
      <p:sp>
        <p:nvSpPr>
          <p:cNvPr id="122" name="Google Shape;122;h770a2e5ec28c9777_2_75"/>
          <p:cNvSpPr txBox="1"/>
          <p:nvPr/>
        </p:nvSpPr>
        <p:spPr>
          <a:xfrm>
            <a:off x="6741120" y="1868367"/>
            <a:ext cx="4316272" cy="434695"/>
          </a:xfrm>
          <a:prstGeom prst="rect">
            <a:avLst/>
          </a:prstGeom>
          <a:noFill/>
          <a:ln>
            <a:noFill/>
          </a:ln>
        </p:spPr>
        <p:txBody>
          <a:bodyPr anchorCtr="0" anchor="t" bIns="0" lIns="0" spcFirstLastPara="1" rIns="0" wrap="square" tIns="0">
            <a:spAutoFit/>
          </a:bodyPr>
          <a:lstStyle/>
          <a:p>
            <a:pPr indent="0" lvl="0" marL="0" marR="0" rtl="0" algn="l">
              <a:lnSpc>
                <a:spcPct val="119985"/>
              </a:lnSpc>
              <a:spcBef>
                <a:spcPts val="0"/>
              </a:spcBef>
              <a:spcAft>
                <a:spcPts val="0"/>
              </a:spcAft>
              <a:buNone/>
            </a:pPr>
            <a:r>
              <a:rPr b="0" i="0" lang="en-US" sz="1800" u="none" cap="none" strike="noStrike">
                <a:solidFill>
                  <a:srgbClr val="282828"/>
                </a:solidFill>
                <a:latin typeface="Calibri"/>
                <a:ea typeface="Calibri"/>
                <a:cs typeface="Calibri"/>
                <a:sym typeface="Calibri"/>
              </a:rPr>
              <a:t>🔒 example-login-site.test</a:t>
            </a:r>
            <a:endParaRPr sz="900"/>
          </a:p>
        </p:txBody>
      </p:sp>
      <p:sp>
        <p:nvSpPr>
          <p:cNvPr id="123" name="Google Shape;123;h770a2e5ec28c9777_2_75"/>
          <p:cNvSpPr txBox="1"/>
          <p:nvPr/>
        </p:nvSpPr>
        <p:spPr>
          <a:xfrm>
            <a:off x="6878384" y="2587759"/>
            <a:ext cx="4041744" cy="904957"/>
          </a:xfrm>
          <a:prstGeom prst="rect">
            <a:avLst/>
          </a:prstGeom>
          <a:noFill/>
          <a:ln>
            <a:noFill/>
          </a:ln>
        </p:spPr>
        <p:txBody>
          <a:bodyPr anchorCtr="0" anchor="t" bIns="0" lIns="0" spcFirstLastPara="1" rIns="0" wrap="square" tIns="0">
            <a:spAutoFit/>
          </a:bodyPr>
          <a:lstStyle/>
          <a:p>
            <a:pPr indent="0" lvl="0" marL="0" marR="0" rtl="0" algn="ctr">
              <a:lnSpc>
                <a:spcPct val="119984"/>
              </a:lnSpc>
              <a:spcBef>
                <a:spcPts val="0"/>
              </a:spcBef>
              <a:spcAft>
                <a:spcPts val="0"/>
              </a:spcAft>
              <a:buNone/>
            </a:pPr>
            <a:r>
              <a:rPr b="1" i="0" lang="en-US" sz="2600" u="none" cap="none" strike="noStrike">
                <a:solidFill>
                  <a:srgbClr val="1E1E1E"/>
                </a:solidFill>
                <a:latin typeface="Calibri"/>
                <a:ea typeface="Calibri"/>
                <a:cs typeface="Calibri"/>
                <a:sym typeface="Calibri"/>
              </a:rPr>
              <a:t>Login to continue</a:t>
            </a:r>
            <a:endParaRPr sz="900"/>
          </a:p>
        </p:txBody>
      </p:sp>
      <p:sp>
        <p:nvSpPr>
          <p:cNvPr id="124" name="Google Shape;124;h770a2e5ec28c9777_2_75"/>
          <p:cNvSpPr txBox="1"/>
          <p:nvPr/>
        </p:nvSpPr>
        <p:spPr>
          <a:xfrm>
            <a:off x="7976492" y="4013283"/>
            <a:ext cx="1799771" cy="284727"/>
          </a:xfrm>
          <a:prstGeom prst="rect">
            <a:avLst/>
          </a:prstGeom>
          <a:noFill/>
          <a:ln>
            <a:noFill/>
          </a:ln>
        </p:spPr>
        <p:txBody>
          <a:bodyPr anchorCtr="0" anchor="t" bIns="0" lIns="0" spcFirstLastPara="1" rIns="0" wrap="square" tIns="0">
            <a:spAutoFit/>
          </a:bodyPr>
          <a:lstStyle/>
          <a:p>
            <a:pPr indent="0" lvl="0" marL="0" marR="0" rtl="0" algn="ctr">
              <a:lnSpc>
                <a:spcPct val="120033"/>
              </a:lnSpc>
              <a:spcBef>
                <a:spcPts val="0"/>
              </a:spcBef>
              <a:spcAft>
                <a:spcPts val="0"/>
              </a:spcAft>
              <a:buNone/>
            </a:pPr>
            <a:r>
              <a:rPr b="1" i="0" lang="en-US" sz="1600" u="none" cap="none" strike="noStrike">
                <a:solidFill>
                  <a:srgbClr val="FFFFFF"/>
                </a:solidFill>
                <a:latin typeface="Calibri"/>
                <a:ea typeface="Calibri"/>
                <a:cs typeface="Calibri"/>
                <a:sym typeface="Calibri"/>
              </a:rPr>
              <a:t>CLICK LINK</a:t>
            </a:r>
            <a:endParaRPr sz="900"/>
          </a:p>
        </p:txBody>
      </p:sp>
      <p:sp>
        <p:nvSpPr>
          <p:cNvPr id="125" name="Google Shape;125;h770a2e5ec28c9777_2_75"/>
          <p:cNvSpPr txBox="1"/>
          <p:nvPr/>
        </p:nvSpPr>
        <p:spPr>
          <a:xfrm>
            <a:off x="6603856" y="5443665"/>
            <a:ext cx="4636551" cy="565613"/>
          </a:xfrm>
          <a:prstGeom prst="rect">
            <a:avLst/>
          </a:prstGeom>
          <a:noFill/>
          <a:ln>
            <a:noFill/>
          </a:ln>
        </p:spPr>
        <p:txBody>
          <a:bodyPr anchorCtr="0" anchor="t" bIns="0" lIns="0" spcFirstLastPara="1" rIns="0" wrap="square" tIns="0">
            <a:spAutoFit/>
          </a:bodyPr>
          <a:lstStyle/>
          <a:p>
            <a:pPr indent="0" lvl="0" marL="0" marR="0" rtl="0" algn="l">
              <a:lnSpc>
                <a:spcPct val="119989"/>
              </a:lnSpc>
              <a:spcBef>
                <a:spcPts val="0"/>
              </a:spcBef>
              <a:spcAft>
                <a:spcPts val="0"/>
              </a:spcAft>
              <a:buNone/>
            </a:pPr>
            <a:r>
              <a:rPr b="0" i="0" lang="en-US" sz="1300" u="none" cap="none" strike="noStrike">
                <a:solidFill>
                  <a:srgbClr val="FFD250"/>
                </a:solidFill>
                <a:latin typeface="Calibri"/>
                <a:ea typeface="Calibri"/>
                <a:cs typeface="Calibri"/>
                <a:sym typeface="Calibri"/>
              </a:rPr>
              <a:t>⚠️ Illustrative link only — not a real malicious URL.</a:t>
            </a:r>
            <a:endParaRPr sz="900"/>
          </a:p>
        </p:txBody>
      </p:sp>
      <p:pic>
        <p:nvPicPr>
          <p:cNvPr id="126" name="Google Shape;126;h770a2e5ec28c9777_2_75"/>
          <p:cNvPicPr preferRelativeResize="0"/>
          <p:nvPr/>
        </p:nvPicPr>
        <p:blipFill>
          <a:blip r:embed="rId3">
            <a:alphaModFix/>
          </a:blip>
          <a:stretch>
            <a:fillRect/>
          </a:stretch>
        </p:blipFill>
        <p:spPr>
          <a:xfrm>
            <a:off x="183125" y="1468263"/>
            <a:ext cx="4167125" cy="52110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21216"/>
        </a:solidFill>
      </p:bgPr>
    </p:bg>
    <p:spTree>
      <p:nvGrpSpPr>
        <p:cNvPr id="130" name="Shape 130"/>
        <p:cNvGrpSpPr/>
        <p:nvPr/>
      </p:nvGrpSpPr>
      <p:grpSpPr>
        <a:xfrm>
          <a:off x="0" y="0"/>
          <a:ext cx="0" cy="0"/>
          <a:chOff x="0" y="0"/>
          <a:chExt cx="0" cy="0"/>
        </a:xfrm>
      </p:grpSpPr>
      <p:sp>
        <p:nvSpPr>
          <p:cNvPr id="131" name="Google Shape;131;h770a2e5ec28c9777_2_88"/>
          <p:cNvSpPr txBox="1"/>
          <p:nvPr/>
        </p:nvSpPr>
        <p:spPr>
          <a:xfrm>
            <a:off x="610016" y="287267"/>
            <a:ext cx="10950677" cy="734631"/>
          </a:xfrm>
          <a:prstGeom prst="rect">
            <a:avLst/>
          </a:prstGeom>
          <a:noFill/>
          <a:ln>
            <a:noFill/>
          </a:ln>
        </p:spPr>
        <p:txBody>
          <a:bodyPr anchorCtr="0" anchor="t" bIns="0" lIns="0" spcFirstLastPara="1" rIns="0" wrap="square" tIns="0">
            <a:spAutoFit/>
          </a:bodyPr>
          <a:lstStyle/>
          <a:p>
            <a:pPr indent="0" lvl="0" marL="0" marR="0" rtl="0" algn="l">
              <a:lnSpc>
                <a:spcPct val="120008"/>
              </a:lnSpc>
              <a:spcBef>
                <a:spcPts val="0"/>
              </a:spcBef>
              <a:spcAft>
                <a:spcPts val="0"/>
              </a:spcAft>
              <a:buNone/>
            </a:pPr>
            <a:r>
              <a:rPr b="1" i="0" lang="en-US" sz="3000" u="none" cap="none" strike="noStrike">
                <a:solidFill>
                  <a:srgbClr val="FFFFFF"/>
                </a:solidFill>
                <a:latin typeface="Calibri"/>
                <a:ea typeface="Calibri"/>
                <a:cs typeface="Calibri"/>
                <a:sym typeface="Calibri"/>
              </a:rPr>
              <a:t>AFTER — Malicious Link Scenario</a:t>
            </a:r>
            <a:endParaRPr sz="900"/>
          </a:p>
        </p:txBody>
      </p:sp>
      <p:sp>
        <p:nvSpPr>
          <p:cNvPr id="132" name="Google Shape;132;h770a2e5ec28c9777_2_88"/>
          <p:cNvSpPr txBox="1"/>
          <p:nvPr/>
        </p:nvSpPr>
        <p:spPr>
          <a:xfrm>
            <a:off x="628316" y="965949"/>
            <a:ext cx="10676155" cy="376244"/>
          </a:xfrm>
          <a:prstGeom prst="rect">
            <a:avLst/>
          </a:prstGeom>
          <a:noFill/>
          <a:ln>
            <a:noFill/>
          </a:ln>
        </p:spPr>
        <p:txBody>
          <a:bodyPr anchorCtr="0" anchor="t" bIns="0" lIns="0" spcFirstLastPara="1" rIns="0" wrap="square" tIns="0">
            <a:spAutoFit/>
          </a:bodyPr>
          <a:lstStyle/>
          <a:p>
            <a:pPr indent="0" lvl="0" marL="0" marR="0" rtl="0" algn="l">
              <a:lnSpc>
                <a:spcPct val="120033"/>
              </a:lnSpc>
              <a:spcBef>
                <a:spcPts val="0"/>
              </a:spcBef>
              <a:spcAft>
                <a:spcPts val="0"/>
              </a:spcAft>
              <a:buNone/>
            </a:pPr>
            <a:r>
              <a:rPr b="0" i="0" lang="en-US" sz="1600" u="none" cap="none" strike="noStrike">
                <a:solidFill>
                  <a:srgbClr val="D2D2D2"/>
                </a:solidFill>
                <a:latin typeface="Calibri"/>
                <a:ea typeface="Calibri"/>
                <a:cs typeface="Calibri"/>
                <a:sym typeface="Calibri"/>
              </a:rPr>
              <a:t>A deceptive link can lead to a phishing page or account compromise.</a:t>
            </a:r>
            <a:endParaRPr sz="900"/>
          </a:p>
        </p:txBody>
      </p:sp>
      <p:sp>
        <p:nvSpPr>
          <p:cNvPr id="133" name="Google Shape;133;h770a2e5ec28c9777_2_88"/>
          <p:cNvSpPr/>
          <p:nvPr/>
        </p:nvSpPr>
        <p:spPr>
          <a:xfrm>
            <a:off x="6217850" y="1413663"/>
            <a:ext cx="5271312" cy="4539361"/>
          </a:xfrm>
          <a:custGeom>
            <a:rect b="b" l="l" r="r" t="t"/>
            <a:pathLst>
              <a:path extrusionOk="0" h="9078723" w="10542905">
                <a:moveTo>
                  <a:pt x="0" y="1513205"/>
                </a:moveTo>
                <a:cubicBezTo>
                  <a:pt x="0" y="677418"/>
                  <a:pt x="677418" y="0"/>
                  <a:pt x="1513205" y="0"/>
                </a:cubicBezTo>
                <a:lnTo>
                  <a:pt x="9029700" y="0"/>
                </a:lnTo>
                <a:cubicBezTo>
                  <a:pt x="9865360" y="0"/>
                  <a:pt x="10542905" y="677418"/>
                  <a:pt x="10542905" y="1513205"/>
                </a:cubicBezTo>
                <a:lnTo>
                  <a:pt x="10542905" y="7565517"/>
                </a:lnTo>
                <a:cubicBezTo>
                  <a:pt x="10542905" y="8401177"/>
                  <a:pt x="9865487" y="9078723"/>
                  <a:pt x="9029700" y="9078723"/>
                </a:cubicBezTo>
                <a:lnTo>
                  <a:pt x="1513205" y="9078723"/>
                </a:lnTo>
                <a:cubicBezTo>
                  <a:pt x="677418" y="9078722"/>
                  <a:pt x="0" y="8401304"/>
                  <a:pt x="0" y="7565517"/>
                </a:cubicBezTo>
                <a:close/>
              </a:path>
            </a:pathLst>
          </a:custGeom>
          <a:solidFill>
            <a:srgbClr val="37191C"/>
          </a:solidFill>
          <a:ln cap="sq" cmpd="sng" w="14275">
            <a:solidFill>
              <a:srgbClr val="DC4646"/>
            </a:solidFill>
            <a:prstDash val="solid"/>
            <a:miter lim="8000"/>
            <a:headEnd len="sm" w="sm" type="none"/>
            <a:tailEnd len="sm" w="sm" type="none"/>
          </a:ln>
        </p:spPr>
        <p:txBody>
          <a:bodyPr anchorCtr="0" anchor="ctr" bIns="60950" lIns="60950" spcFirstLastPara="1" rIns="60950" wrap="square" tIns="60950">
            <a:noAutofit/>
          </a:bodyPr>
          <a:lstStyle/>
          <a:p>
            <a:pPr indent="0" lvl="0" marL="0" rtl="0" algn="l">
              <a:spcBef>
                <a:spcPts val="0"/>
              </a:spcBef>
              <a:spcAft>
                <a:spcPts val="0"/>
              </a:spcAft>
              <a:buNone/>
            </a:pPr>
            <a:r>
              <a:t/>
            </a:r>
            <a:endParaRPr/>
          </a:p>
        </p:txBody>
      </p:sp>
      <p:sp>
        <p:nvSpPr>
          <p:cNvPr id="134" name="Google Shape;134;h770a2e5ec28c9777_2_88"/>
          <p:cNvSpPr txBox="1"/>
          <p:nvPr/>
        </p:nvSpPr>
        <p:spPr>
          <a:xfrm>
            <a:off x="6649613" y="1764157"/>
            <a:ext cx="4407779" cy="721931"/>
          </a:xfrm>
          <a:prstGeom prst="rect">
            <a:avLst/>
          </a:prstGeom>
          <a:noFill/>
          <a:ln>
            <a:noFill/>
          </a:ln>
        </p:spPr>
        <p:txBody>
          <a:bodyPr anchorCtr="0" anchor="t" bIns="0" lIns="0" spcFirstLastPara="1" rIns="0" wrap="square" tIns="0">
            <a:spAutoFit/>
          </a:bodyPr>
          <a:lstStyle/>
          <a:p>
            <a:pPr indent="0" lvl="0" marL="0" marR="0" rtl="0" algn="ctr">
              <a:lnSpc>
                <a:spcPct val="120015"/>
              </a:lnSpc>
              <a:spcBef>
                <a:spcPts val="0"/>
              </a:spcBef>
              <a:spcAft>
                <a:spcPts val="0"/>
              </a:spcAft>
              <a:buNone/>
            </a:pPr>
            <a:r>
              <a:rPr b="1" i="0" lang="en-US" sz="2500" u="none" cap="none" strike="noStrike">
                <a:solidFill>
                  <a:srgbClr val="FF6464"/>
                </a:solidFill>
                <a:latin typeface="Calibri"/>
                <a:ea typeface="Calibri"/>
                <a:cs typeface="Calibri"/>
                <a:sym typeface="Calibri"/>
              </a:rPr>
              <a:t>🚨 MALICIOUS LINK DETECTED</a:t>
            </a:r>
            <a:endParaRPr sz="900"/>
          </a:p>
        </p:txBody>
      </p:sp>
      <p:sp>
        <p:nvSpPr>
          <p:cNvPr id="135" name="Google Shape;135;h770a2e5ec28c9777_2_88"/>
          <p:cNvSpPr txBox="1"/>
          <p:nvPr/>
        </p:nvSpPr>
        <p:spPr>
          <a:xfrm>
            <a:off x="6786877" y="2737726"/>
            <a:ext cx="4133257" cy="434695"/>
          </a:xfrm>
          <a:prstGeom prst="rect">
            <a:avLst/>
          </a:prstGeom>
          <a:noFill/>
          <a:ln>
            <a:noFill/>
          </a:ln>
        </p:spPr>
        <p:txBody>
          <a:bodyPr anchorCtr="0" anchor="t" bIns="0" lIns="0" spcFirstLastPara="1" rIns="0" wrap="square" tIns="0">
            <a:spAutoFit/>
          </a:bodyPr>
          <a:lstStyle/>
          <a:p>
            <a:pPr indent="0" lvl="0" marL="0" marR="0" rtl="0" algn="l">
              <a:lnSpc>
                <a:spcPct val="119985"/>
              </a:lnSpc>
              <a:spcBef>
                <a:spcPts val="0"/>
              </a:spcBef>
              <a:spcAft>
                <a:spcPts val="0"/>
              </a:spcAft>
              <a:buNone/>
            </a:pPr>
            <a:r>
              <a:rPr b="0" i="0" lang="en-US" sz="1800" u="none" cap="none" strike="noStrike">
                <a:solidFill>
                  <a:srgbClr val="F5F5F5"/>
                </a:solidFill>
                <a:latin typeface="Calibri"/>
                <a:ea typeface="Calibri"/>
                <a:cs typeface="Calibri"/>
                <a:sym typeface="Calibri"/>
              </a:rPr>
              <a:t>• Fake login page captures credentials</a:t>
            </a:r>
            <a:endParaRPr sz="900"/>
          </a:p>
        </p:txBody>
      </p:sp>
      <p:sp>
        <p:nvSpPr>
          <p:cNvPr id="136" name="Google Shape;136;h770a2e5ec28c9777_2_88"/>
          <p:cNvSpPr txBox="1"/>
          <p:nvPr/>
        </p:nvSpPr>
        <p:spPr>
          <a:xfrm>
            <a:off x="6786877" y="3378308"/>
            <a:ext cx="4133257" cy="434695"/>
          </a:xfrm>
          <a:prstGeom prst="rect">
            <a:avLst/>
          </a:prstGeom>
          <a:noFill/>
          <a:ln>
            <a:noFill/>
          </a:ln>
        </p:spPr>
        <p:txBody>
          <a:bodyPr anchorCtr="0" anchor="t" bIns="0" lIns="0" spcFirstLastPara="1" rIns="0" wrap="square" tIns="0">
            <a:spAutoFit/>
          </a:bodyPr>
          <a:lstStyle/>
          <a:p>
            <a:pPr indent="0" lvl="0" marL="0" marR="0" rtl="0" algn="l">
              <a:lnSpc>
                <a:spcPct val="119985"/>
              </a:lnSpc>
              <a:spcBef>
                <a:spcPts val="0"/>
              </a:spcBef>
              <a:spcAft>
                <a:spcPts val="0"/>
              </a:spcAft>
              <a:buNone/>
            </a:pPr>
            <a:r>
              <a:rPr b="0" i="0" lang="en-US" sz="1800" u="none" cap="none" strike="noStrike">
                <a:solidFill>
                  <a:srgbClr val="F5F5F5"/>
                </a:solidFill>
                <a:latin typeface="Calibri"/>
                <a:ea typeface="Calibri"/>
                <a:cs typeface="Calibri"/>
                <a:sym typeface="Calibri"/>
              </a:rPr>
              <a:t>• Account may become compromised</a:t>
            </a:r>
            <a:endParaRPr sz="900"/>
          </a:p>
        </p:txBody>
      </p:sp>
      <p:sp>
        <p:nvSpPr>
          <p:cNvPr id="137" name="Google Shape;137;h770a2e5ec28c9777_2_88"/>
          <p:cNvSpPr txBox="1"/>
          <p:nvPr/>
        </p:nvSpPr>
        <p:spPr>
          <a:xfrm>
            <a:off x="6786877" y="4018883"/>
            <a:ext cx="4133257" cy="434695"/>
          </a:xfrm>
          <a:prstGeom prst="rect">
            <a:avLst/>
          </a:prstGeom>
          <a:noFill/>
          <a:ln>
            <a:noFill/>
          </a:ln>
        </p:spPr>
        <p:txBody>
          <a:bodyPr anchorCtr="0" anchor="t" bIns="0" lIns="0" spcFirstLastPara="1" rIns="0" wrap="square" tIns="0">
            <a:spAutoFit/>
          </a:bodyPr>
          <a:lstStyle/>
          <a:p>
            <a:pPr indent="0" lvl="0" marL="0" marR="0" rtl="0" algn="l">
              <a:lnSpc>
                <a:spcPct val="119985"/>
              </a:lnSpc>
              <a:spcBef>
                <a:spcPts val="0"/>
              </a:spcBef>
              <a:spcAft>
                <a:spcPts val="0"/>
              </a:spcAft>
              <a:buNone/>
            </a:pPr>
            <a:r>
              <a:rPr b="0" i="0" lang="en-US" sz="1800" u="none" cap="none" strike="noStrike">
                <a:solidFill>
                  <a:srgbClr val="F5F5F5"/>
                </a:solidFill>
                <a:latin typeface="Calibri"/>
                <a:ea typeface="Calibri"/>
                <a:cs typeface="Calibri"/>
                <a:sym typeface="Calibri"/>
              </a:rPr>
              <a:t>• Sensitive information can be exposed</a:t>
            </a:r>
            <a:endParaRPr sz="900"/>
          </a:p>
        </p:txBody>
      </p:sp>
      <p:sp>
        <p:nvSpPr>
          <p:cNvPr id="138" name="Google Shape;138;h770a2e5ec28c9777_2_88"/>
          <p:cNvSpPr txBox="1"/>
          <p:nvPr/>
        </p:nvSpPr>
        <p:spPr>
          <a:xfrm>
            <a:off x="6786877" y="4659465"/>
            <a:ext cx="4133257" cy="434695"/>
          </a:xfrm>
          <a:prstGeom prst="rect">
            <a:avLst/>
          </a:prstGeom>
          <a:noFill/>
          <a:ln>
            <a:noFill/>
          </a:ln>
        </p:spPr>
        <p:txBody>
          <a:bodyPr anchorCtr="0" anchor="t" bIns="0" lIns="0" spcFirstLastPara="1" rIns="0" wrap="square" tIns="0">
            <a:spAutoFit/>
          </a:bodyPr>
          <a:lstStyle/>
          <a:p>
            <a:pPr indent="0" lvl="0" marL="0" marR="0" rtl="0" algn="l">
              <a:lnSpc>
                <a:spcPct val="119985"/>
              </a:lnSpc>
              <a:spcBef>
                <a:spcPts val="0"/>
              </a:spcBef>
              <a:spcAft>
                <a:spcPts val="0"/>
              </a:spcAft>
              <a:buNone/>
            </a:pPr>
            <a:r>
              <a:rPr b="0" i="0" lang="en-US" sz="1800" u="none" cap="none" strike="noStrike">
                <a:solidFill>
                  <a:srgbClr val="F5F5F5"/>
                </a:solidFill>
                <a:latin typeface="Calibri"/>
                <a:ea typeface="Calibri"/>
                <a:cs typeface="Calibri"/>
                <a:sym typeface="Calibri"/>
              </a:rPr>
              <a:t>• Device/network may be at risk</a:t>
            </a:r>
            <a:endParaRPr sz="900"/>
          </a:p>
        </p:txBody>
      </p:sp>
      <p:pic>
        <p:nvPicPr>
          <p:cNvPr id="139" name="Google Shape;139;h770a2e5ec28c9777_2_88"/>
          <p:cNvPicPr preferRelativeResize="0"/>
          <p:nvPr/>
        </p:nvPicPr>
        <p:blipFill>
          <a:blip r:embed="rId3">
            <a:alphaModFix/>
          </a:blip>
          <a:stretch>
            <a:fillRect/>
          </a:stretch>
        </p:blipFill>
        <p:spPr>
          <a:xfrm>
            <a:off x="440150" y="1413675"/>
            <a:ext cx="4821075" cy="52110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21216"/>
        </a:solidFill>
      </p:bgPr>
    </p:bg>
    <p:spTree>
      <p:nvGrpSpPr>
        <p:cNvPr id="143" name="Shape 143"/>
        <p:cNvGrpSpPr/>
        <p:nvPr/>
      </p:nvGrpSpPr>
      <p:grpSpPr>
        <a:xfrm>
          <a:off x="0" y="0"/>
          <a:ext cx="0" cy="0"/>
          <a:chOff x="0" y="0"/>
          <a:chExt cx="0" cy="0"/>
        </a:xfrm>
      </p:grpSpPr>
      <p:sp>
        <p:nvSpPr>
          <p:cNvPr id="144" name="Google Shape;144;h770a2e5ec28c9777_2_100"/>
          <p:cNvSpPr txBox="1"/>
          <p:nvPr/>
        </p:nvSpPr>
        <p:spPr>
          <a:xfrm>
            <a:off x="620491" y="277017"/>
            <a:ext cx="10950600" cy="461700"/>
          </a:xfrm>
          <a:prstGeom prst="rect">
            <a:avLst/>
          </a:prstGeom>
          <a:noFill/>
          <a:ln>
            <a:noFill/>
          </a:ln>
        </p:spPr>
        <p:txBody>
          <a:bodyPr anchorCtr="0" anchor="t" bIns="0" lIns="0" spcFirstLastPara="1" rIns="0" wrap="square" tIns="0">
            <a:spAutoFit/>
          </a:bodyPr>
          <a:lstStyle/>
          <a:p>
            <a:pPr indent="0" lvl="0" marL="0" marR="0" rtl="0" algn="l">
              <a:lnSpc>
                <a:spcPct val="120008"/>
              </a:lnSpc>
              <a:spcBef>
                <a:spcPts val="0"/>
              </a:spcBef>
              <a:spcAft>
                <a:spcPts val="0"/>
              </a:spcAft>
              <a:buNone/>
            </a:pPr>
            <a:r>
              <a:rPr b="1" i="0" lang="en-US" sz="3000" u="none" cap="none" strike="noStrike">
                <a:solidFill>
                  <a:srgbClr val="FFFFFF"/>
                </a:solidFill>
                <a:latin typeface="Calibri"/>
                <a:ea typeface="Calibri"/>
                <a:cs typeface="Calibri"/>
                <a:sym typeface="Calibri"/>
              </a:rPr>
              <a:t>BEFORE vs AFTER — Stay Safe</a:t>
            </a:r>
            <a:endParaRPr sz="900"/>
          </a:p>
        </p:txBody>
      </p:sp>
      <p:sp>
        <p:nvSpPr>
          <p:cNvPr id="145" name="Google Shape;145;h770a2e5ec28c9777_2_100"/>
          <p:cNvSpPr txBox="1"/>
          <p:nvPr/>
        </p:nvSpPr>
        <p:spPr>
          <a:xfrm>
            <a:off x="628316" y="965949"/>
            <a:ext cx="10676155" cy="376244"/>
          </a:xfrm>
          <a:prstGeom prst="rect">
            <a:avLst/>
          </a:prstGeom>
          <a:noFill/>
          <a:ln>
            <a:noFill/>
          </a:ln>
        </p:spPr>
        <p:txBody>
          <a:bodyPr anchorCtr="0" anchor="t" bIns="0" lIns="0" spcFirstLastPara="1" rIns="0" wrap="square" tIns="0">
            <a:spAutoFit/>
          </a:bodyPr>
          <a:lstStyle/>
          <a:p>
            <a:pPr indent="0" lvl="0" marL="0" marR="0" rtl="0" algn="l">
              <a:lnSpc>
                <a:spcPct val="120033"/>
              </a:lnSpc>
              <a:spcBef>
                <a:spcPts val="0"/>
              </a:spcBef>
              <a:spcAft>
                <a:spcPts val="0"/>
              </a:spcAft>
              <a:buNone/>
            </a:pPr>
            <a:r>
              <a:rPr b="0" i="0" lang="en-US" sz="1600" u="none" cap="none" strike="noStrike">
                <a:solidFill>
                  <a:srgbClr val="D2D2D2"/>
                </a:solidFill>
                <a:latin typeface="Calibri"/>
                <a:ea typeface="Calibri"/>
                <a:cs typeface="Calibri"/>
                <a:sym typeface="Calibri"/>
              </a:rPr>
              <a:t>A simple visual for cybersecurity awareness.</a:t>
            </a:r>
            <a:endParaRPr sz="900"/>
          </a:p>
        </p:txBody>
      </p:sp>
      <p:sp>
        <p:nvSpPr>
          <p:cNvPr id="146" name="Google Shape;146;h770a2e5ec28c9777_2_100"/>
          <p:cNvSpPr/>
          <p:nvPr/>
        </p:nvSpPr>
        <p:spPr>
          <a:xfrm>
            <a:off x="727303" y="1459421"/>
            <a:ext cx="5179811" cy="4310571"/>
          </a:xfrm>
          <a:custGeom>
            <a:rect b="b" l="l" r="r" t="t"/>
            <a:pathLst>
              <a:path extrusionOk="0" h="8621141" w="10359898">
                <a:moveTo>
                  <a:pt x="0" y="1436878"/>
                </a:moveTo>
                <a:cubicBezTo>
                  <a:pt x="0" y="643255"/>
                  <a:pt x="643255" y="0"/>
                  <a:pt x="1436878" y="0"/>
                </a:cubicBezTo>
                <a:lnTo>
                  <a:pt x="8923020" y="0"/>
                </a:lnTo>
                <a:cubicBezTo>
                  <a:pt x="9716643" y="0"/>
                  <a:pt x="10359898" y="643255"/>
                  <a:pt x="10359898" y="1436878"/>
                </a:cubicBezTo>
                <a:lnTo>
                  <a:pt x="10359898" y="7184263"/>
                </a:lnTo>
                <a:cubicBezTo>
                  <a:pt x="10359898" y="7977886"/>
                  <a:pt x="9716643" y="8621141"/>
                  <a:pt x="8923020" y="8621141"/>
                </a:cubicBezTo>
                <a:lnTo>
                  <a:pt x="1436878" y="8621141"/>
                </a:lnTo>
                <a:cubicBezTo>
                  <a:pt x="643255" y="8621141"/>
                  <a:pt x="0" y="7977886"/>
                  <a:pt x="0" y="7184263"/>
                </a:cubicBezTo>
                <a:close/>
              </a:path>
            </a:pathLst>
          </a:custGeom>
          <a:solidFill>
            <a:srgbClr val="19462D"/>
          </a:solidFill>
          <a:ln cap="sq" cmpd="sng" w="14275">
            <a:solidFill>
              <a:srgbClr val="46B46E"/>
            </a:solidFill>
            <a:prstDash val="solid"/>
            <a:miter lim="8000"/>
            <a:headEnd len="sm" w="sm" type="none"/>
            <a:tailEnd len="sm" w="sm" type="none"/>
          </a:ln>
        </p:spPr>
        <p:txBody>
          <a:bodyPr anchorCtr="0" anchor="ctr" bIns="60950" lIns="60950" spcFirstLastPara="1" rIns="60950" wrap="square" tIns="60950">
            <a:noAutofit/>
          </a:bodyPr>
          <a:lstStyle/>
          <a:p>
            <a:pPr indent="0" lvl="0" marL="0" rtl="0" algn="l">
              <a:spcBef>
                <a:spcPts val="0"/>
              </a:spcBef>
              <a:spcAft>
                <a:spcPts val="0"/>
              </a:spcAft>
              <a:buNone/>
            </a:pPr>
            <a:r>
              <a:t/>
            </a:r>
            <a:endParaRPr/>
          </a:p>
        </p:txBody>
      </p:sp>
      <p:sp>
        <p:nvSpPr>
          <p:cNvPr id="147" name="Google Shape;147;h770a2e5ec28c9777_2_100"/>
          <p:cNvSpPr/>
          <p:nvPr/>
        </p:nvSpPr>
        <p:spPr>
          <a:xfrm>
            <a:off x="6309357" y="1459421"/>
            <a:ext cx="5179811" cy="4310571"/>
          </a:xfrm>
          <a:custGeom>
            <a:rect b="b" l="l" r="r" t="t"/>
            <a:pathLst>
              <a:path extrusionOk="0" h="8621141" w="10359898">
                <a:moveTo>
                  <a:pt x="0" y="1436878"/>
                </a:moveTo>
                <a:cubicBezTo>
                  <a:pt x="0" y="643255"/>
                  <a:pt x="643255" y="0"/>
                  <a:pt x="1436878" y="0"/>
                </a:cubicBezTo>
                <a:lnTo>
                  <a:pt x="8923020" y="0"/>
                </a:lnTo>
                <a:cubicBezTo>
                  <a:pt x="9716643" y="0"/>
                  <a:pt x="10359898" y="643255"/>
                  <a:pt x="10359898" y="1436878"/>
                </a:cubicBezTo>
                <a:lnTo>
                  <a:pt x="10359898" y="7184263"/>
                </a:lnTo>
                <a:cubicBezTo>
                  <a:pt x="10359898" y="7977886"/>
                  <a:pt x="9716643" y="8621141"/>
                  <a:pt x="8923020" y="8621141"/>
                </a:cubicBezTo>
                <a:lnTo>
                  <a:pt x="1436878" y="8621141"/>
                </a:lnTo>
                <a:cubicBezTo>
                  <a:pt x="643255" y="8621141"/>
                  <a:pt x="0" y="7977886"/>
                  <a:pt x="0" y="7184263"/>
                </a:cubicBezTo>
                <a:close/>
              </a:path>
            </a:pathLst>
          </a:custGeom>
          <a:solidFill>
            <a:srgbClr val="461E23"/>
          </a:solidFill>
          <a:ln cap="sq" cmpd="sng" w="14275">
            <a:solidFill>
              <a:srgbClr val="DC505A"/>
            </a:solidFill>
            <a:prstDash val="solid"/>
            <a:miter lim="8000"/>
            <a:headEnd len="sm" w="sm" type="none"/>
            <a:tailEnd len="sm" w="sm" type="none"/>
          </a:ln>
        </p:spPr>
        <p:txBody>
          <a:bodyPr anchorCtr="0" anchor="ctr" bIns="60950" lIns="60950" spcFirstLastPara="1" rIns="60950" wrap="square" tIns="60950">
            <a:noAutofit/>
          </a:bodyPr>
          <a:lstStyle/>
          <a:p>
            <a:pPr indent="0" lvl="0" marL="0" rtl="0" algn="l">
              <a:spcBef>
                <a:spcPts val="0"/>
              </a:spcBef>
              <a:spcAft>
                <a:spcPts val="0"/>
              </a:spcAft>
              <a:buNone/>
            </a:pPr>
            <a:r>
              <a:t/>
            </a:r>
            <a:endParaRPr/>
          </a:p>
        </p:txBody>
      </p:sp>
      <p:sp>
        <p:nvSpPr>
          <p:cNvPr id="148" name="Google Shape;148;h770a2e5ec28c9777_2_100"/>
          <p:cNvSpPr txBox="1"/>
          <p:nvPr/>
        </p:nvSpPr>
        <p:spPr>
          <a:xfrm>
            <a:off x="1159066" y="1855667"/>
            <a:ext cx="4270515" cy="584663"/>
          </a:xfrm>
          <a:prstGeom prst="rect">
            <a:avLst/>
          </a:prstGeom>
          <a:noFill/>
          <a:ln>
            <a:noFill/>
          </a:ln>
        </p:spPr>
        <p:txBody>
          <a:bodyPr anchorCtr="0" anchor="t" bIns="0" lIns="0" spcFirstLastPara="1" rIns="0" wrap="square" tIns="0">
            <a:spAutoFit/>
          </a:bodyPr>
          <a:lstStyle/>
          <a:p>
            <a:pPr indent="0" lvl="0" marL="0" marR="0" rtl="0" algn="ctr">
              <a:lnSpc>
                <a:spcPct val="120015"/>
              </a:lnSpc>
              <a:spcBef>
                <a:spcPts val="0"/>
              </a:spcBef>
              <a:spcAft>
                <a:spcPts val="0"/>
              </a:spcAft>
              <a:buNone/>
            </a:pPr>
            <a:r>
              <a:rPr b="1" i="0" lang="en-US" sz="2500" u="none" cap="none" strike="noStrike">
                <a:solidFill>
                  <a:srgbClr val="78FFA0"/>
                </a:solidFill>
                <a:latin typeface="Calibri"/>
                <a:ea typeface="Calibri"/>
                <a:cs typeface="Calibri"/>
                <a:sym typeface="Calibri"/>
              </a:rPr>
              <a:t>BEFORE CLICKING</a:t>
            </a:r>
            <a:endParaRPr sz="900"/>
          </a:p>
        </p:txBody>
      </p:sp>
      <p:sp>
        <p:nvSpPr>
          <p:cNvPr id="149" name="Google Shape;149;h770a2e5ec28c9777_2_100"/>
          <p:cNvSpPr txBox="1"/>
          <p:nvPr/>
        </p:nvSpPr>
        <p:spPr>
          <a:xfrm>
            <a:off x="1479345" y="2744076"/>
            <a:ext cx="3812972" cy="382594"/>
          </a:xfrm>
          <a:prstGeom prst="rect">
            <a:avLst/>
          </a:prstGeom>
          <a:noFill/>
          <a:ln>
            <a:noFill/>
          </a:ln>
        </p:spPr>
        <p:txBody>
          <a:bodyPr anchorCtr="0" anchor="t" bIns="0" lIns="0" spcFirstLastPara="1" rIns="0" wrap="square" tIns="0">
            <a:spAutoFit/>
          </a:bodyPr>
          <a:lstStyle/>
          <a:p>
            <a:pPr indent="0" lvl="0" marL="0" marR="0" rtl="0" algn="l">
              <a:lnSpc>
                <a:spcPct val="120031"/>
              </a:lnSpc>
              <a:spcBef>
                <a:spcPts val="0"/>
              </a:spcBef>
              <a:spcAft>
                <a:spcPts val="0"/>
              </a:spcAft>
              <a:buNone/>
            </a:pPr>
            <a:r>
              <a:rPr b="0" i="0" lang="en-US" sz="1700" u="none" cap="none" strike="noStrike">
                <a:solidFill>
                  <a:srgbClr val="F5F5F5"/>
                </a:solidFill>
                <a:latin typeface="Calibri"/>
                <a:ea typeface="Calibri"/>
                <a:cs typeface="Calibri"/>
                <a:sym typeface="Calibri"/>
              </a:rPr>
              <a:t>✓ Check the domain</a:t>
            </a:r>
            <a:endParaRPr sz="900"/>
          </a:p>
        </p:txBody>
      </p:sp>
      <p:sp>
        <p:nvSpPr>
          <p:cNvPr id="150" name="Google Shape;150;h770a2e5ec28c9777_2_100"/>
          <p:cNvSpPr txBox="1"/>
          <p:nvPr/>
        </p:nvSpPr>
        <p:spPr>
          <a:xfrm>
            <a:off x="1479345" y="3338900"/>
            <a:ext cx="3812972" cy="382594"/>
          </a:xfrm>
          <a:prstGeom prst="rect">
            <a:avLst/>
          </a:prstGeom>
          <a:noFill/>
          <a:ln>
            <a:noFill/>
          </a:ln>
        </p:spPr>
        <p:txBody>
          <a:bodyPr anchorCtr="0" anchor="t" bIns="0" lIns="0" spcFirstLastPara="1" rIns="0" wrap="square" tIns="0">
            <a:spAutoFit/>
          </a:bodyPr>
          <a:lstStyle/>
          <a:p>
            <a:pPr indent="0" lvl="0" marL="0" marR="0" rtl="0" algn="l">
              <a:lnSpc>
                <a:spcPct val="120031"/>
              </a:lnSpc>
              <a:spcBef>
                <a:spcPts val="0"/>
              </a:spcBef>
              <a:spcAft>
                <a:spcPts val="0"/>
              </a:spcAft>
              <a:buNone/>
            </a:pPr>
            <a:r>
              <a:rPr b="0" i="0" lang="en-US" sz="1700" u="none" cap="none" strike="noStrike">
                <a:solidFill>
                  <a:srgbClr val="F5F5F5"/>
                </a:solidFill>
                <a:latin typeface="Calibri"/>
                <a:ea typeface="Calibri"/>
                <a:cs typeface="Calibri"/>
                <a:sym typeface="Calibri"/>
              </a:rPr>
              <a:t>✓ Look for HTTPS</a:t>
            </a:r>
            <a:endParaRPr sz="900"/>
          </a:p>
        </p:txBody>
      </p:sp>
      <p:sp>
        <p:nvSpPr>
          <p:cNvPr id="151" name="Google Shape;151;h770a2e5ec28c9777_2_100"/>
          <p:cNvSpPr txBox="1"/>
          <p:nvPr/>
        </p:nvSpPr>
        <p:spPr>
          <a:xfrm>
            <a:off x="1479345" y="3933723"/>
            <a:ext cx="3812972" cy="382594"/>
          </a:xfrm>
          <a:prstGeom prst="rect">
            <a:avLst/>
          </a:prstGeom>
          <a:noFill/>
          <a:ln>
            <a:noFill/>
          </a:ln>
        </p:spPr>
        <p:txBody>
          <a:bodyPr anchorCtr="0" anchor="t" bIns="0" lIns="0" spcFirstLastPara="1" rIns="0" wrap="square" tIns="0">
            <a:spAutoFit/>
          </a:bodyPr>
          <a:lstStyle/>
          <a:p>
            <a:pPr indent="0" lvl="0" marL="0" marR="0" rtl="0" algn="l">
              <a:lnSpc>
                <a:spcPct val="120031"/>
              </a:lnSpc>
              <a:spcBef>
                <a:spcPts val="0"/>
              </a:spcBef>
              <a:spcAft>
                <a:spcPts val="0"/>
              </a:spcAft>
              <a:buNone/>
            </a:pPr>
            <a:r>
              <a:rPr b="0" i="0" lang="en-US" sz="1700" u="none" cap="none" strike="noStrike">
                <a:solidFill>
                  <a:srgbClr val="F5F5F5"/>
                </a:solidFill>
                <a:latin typeface="Calibri"/>
                <a:ea typeface="Calibri"/>
                <a:cs typeface="Calibri"/>
                <a:sym typeface="Calibri"/>
              </a:rPr>
              <a:t>✓ Verify the sender</a:t>
            </a:r>
            <a:endParaRPr sz="900"/>
          </a:p>
        </p:txBody>
      </p:sp>
      <p:sp>
        <p:nvSpPr>
          <p:cNvPr id="152" name="Google Shape;152;h770a2e5ec28c9777_2_100"/>
          <p:cNvSpPr txBox="1"/>
          <p:nvPr/>
        </p:nvSpPr>
        <p:spPr>
          <a:xfrm>
            <a:off x="1410720" y="4528547"/>
            <a:ext cx="3813000" cy="138600"/>
          </a:xfrm>
          <a:prstGeom prst="rect">
            <a:avLst/>
          </a:prstGeom>
          <a:noFill/>
          <a:ln>
            <a:noFill/>
          </a:ln>
        </p:spPr>
        <p:txBody>
          <a:bodyPr anchorCtr="0" anchor="t" bIns="0" lIns="0" spcFirstLastPara="1" rIns="0" wrap="square" tIns="0">
            <a:spAutoFit/>
          </a:bodyPr>
          <a:lstStyle/>
          <a:p>
            <a:pPr indent="0" lvl="0" marL="0" marR="0" rtl="0" algn="l">
              <a:lnSpc>
                <a:spcPct val="120031"/>
              </a:lnSpc>
              <a:spcBef>
                <a:spcPts val="0"/>
              </a:spcBef>
              <a:spcAft>
                <a:spcPts val="0"/>
              </a:spcAft>
              <a:buNone/>
            </a:pPr>
            <a:r>
              <a:t/>
            </a:r>
            <a:endParaRPr sz="900"/>
          </a:p>
        </p:txBody>
      </p:sp>
      <p:sp>
        <p:nvSpPr>
          <p:cNvPr id="153" name="Google Shape;153;h770a2e5ec28c9777_2_100"/>
          <p:cNvSpPr txBox="1"/>
          <p:nvPr/>
        </p:nvSpPr>
        <p:spPr>
          <a:xfrm>
            <a:off x="6741120" y="1855667"/>
            <a:ext cx="4270515" cy="584663"/>
          </a:xfrm>
          <a:prstGeom prst="rect">
            <a:avLst/>
          </a:prstGeom>
          <a:noFill/>
          <a:ln>
            <a:noFill/>
          </a:ln>
        </p:spPr>
        <p:txBody>
          <a:bodyPr anchorCtr="0" anchor="t" bIns="0" lIns="0" spcFirstLastPara="1" rIns="0" wrap="square" tIns="0">
            <a:spAutoFit/>
          </a:bodyPr>
          <a:lstStyle/>
          <a:p>
            <a:pPr indent="0" lvl="0" marL="0" marR="0" rtl="0" algn="ctr">
              <a:lnSpc>
                <a:spcPct val="120015"/>
              </a:lnSpc>
              <a:spcBef>
                <a:spcPts val="0"/>
              </a:spcBef>
              <a:spcAft>
                <a:spcPts val="0"/>
              </a:spcAft>
              <a:buNone/>
            </a:pPr>
            <a:r>
              <a:rPr b="1" i="0" lang="en-US" sz="2500" u="none" cap="none" strike="noStrike">
                <a:solidFill>
                  <a:srgbClr val="FF8282"/>
                </a:solidFill>
                <a:latin typeface="Calibri"/>
                <a:ea typeface="Calibri"/>
                <a:cs typeface="Calibri"/>
                <a:sym typeface="Calibri"/>
              </a:rPr>
              <a:t>AFTER A SUSPICIOUS CLICK</a:t>
            </a:r>
            <a:endParaRPr sz="900"/>
          </a:p>
        </p:txBody>
      </p:sp>
      <p:sp>
        <p:nvSpPr>
          <p:cNvPr id="154" name="Google Shape;154;h770a2e5ec28c9777_2_100"/>
          <p:cNvSpPr txBox="1"/>
          <p:nvPr/>
        </p:nvSpPr>
        <p:spPr>
          <a:xfrm>
            <a:off x="7061399" y="2744076"/>
            <a:ext cx="3812972" cy="382594"/>
          </a:xfrm>
          <a:prstGeom prst="rect">
            <a:avLst/>
          </a:prstGeom>
          <a:noFill/>
          <a:ln>
            <a:noFill/>
          </a:ln>
        </p:spPr>
        <p:txBody>
          <a:bodyPr anchorCtr="0" anchor="t" bIns="0" lIns="0" spcFirstLastPara="1" rIns="0" wrap="square" tIns="0">
            <a:spAutoFit/>
          </a:bodyPr>
          <a:lstStyle/>
          <a:p>
            <a:pPr indent="0" lvl="0" marL="0" marR="0" rtl="0" algn="l">
              <a:lnSpc>
                <a:spcPct val="120031"/>
              </a:lnSpc>
              <a:spcBef>
                <a:spcPts val="0"/>
              </a:spcBef>
              <a:spcAft>
                <a:spcPts val="0"/>
              </a:spcAft>
              <a:buNone/>
            </a:pPr>
            <a:r>
              <a:rPr b="0" i="0" lang="en-US" sz="1700" u="none" cap="none" strike="noStrike">
                <a:solidFill>
                  <a:srgbClr val="F5F5F5"/>
                </a:solidFill>
                <a:latin typeface="Calibri"/>
                <a:ea typeface="Calibri"/>
                <a:cs typeface="Calibri"/>
                <a:sym typeface="Calibri"/>
              </a:rPr>
              <a:t>✓ Close the page</a:t>
            </a:r>
            <a:endParaRPr sz="900"/>
          </a:p>
        </p:txBody>
      </p:sp>
      <p:sp>
        <p:nvSpPr>
          <p:cNvPr id="155" name="Google Shape;155;h770a2e5ec28c9777_2_100"/>
          <p:cNvSpPr txBox="1"/>
          <p:nvPr/>
        </p:nvSpPr>
        <p:spPr>
          <a:xfrm>
            <a:off x="7061399" y="3338900"/>
            <a:ext cx="3812972" cy="382594"/>
          </a:xfrm>
          <a:prstGeom prst="rect">
            <a:avLst/>
          </a:prstGeom>
          <a:noFill/>
          <a:ln>
            <a:noFill/>
          </a:ln>
        </p:spPr>
        <p:txBody>
          <a:bodyPr anchorCtr="0" anchor="t" bIns="0" lIns="0" spcFirstLastPara="1" rIns="0" wrap="square" tIns="0">
            <a:spAutoFit/>
          </a:bodyPr>
          <a:lstStyle/>
          <a:p>
            <a:pPr indent="0" lvl="0" marL="0" marR="0" rtl="0" algn="l">
              <a:lnSpc>
                <a:spcPct val="120031"/>
              </a:lnSpc>
              <a:spcBef>
                <a:spcPts val="0"/>
              </a:spcBef>
              <a:spcAft>
                <a:spcPts val="0"/>
              </a:spcAft>
              <a:buNone/>
            </a:pPr>
            <a:r>
              <a:rPr b="0" i="0" lang="en-US" sz="1700" u="none" cap="none" strike="noStrike">
                <a:solidFill>
                  <a:srgbClr val="F5F5F5"/>
                </a:solidFill>
                <a:latin typeface="Calibri"/>
                <a:ea typeface="Calibri"/>
                <a:cs typeface="Calibri"/>
                <a:sym typeface="Calibri"/>
              </a:rPr>
              <a:t>✓ Don't enter credentials</a:t>
            </a:r>
            <a:endParaRPr sz="900"/>
          </a:p>
        </p:txBody>
      </p:sp>
      <p:sp>
        <p:nvSpPr>
          <p:cNvPr id="156" name="Google Shape;156;h770a2e5ec28c9777_2_100"/>
          <p:cNvSpPr txBox="1"/>
          <p:nvPr/>
        </p:nvSpPr>
        <p:spPr>
          <a:xfrm>
            <a:off x="7061399" y="3933723"/>
            <a:ext cx="3812972" cy="382594"/>
          </a:xfrm>
          <a:prstGeom prst="rect">
            <a:avLst/>
          </a:prstGeom>
          <a:noFill/>
          <a:ln>
            <a:noFill/>
          </a:ln>
        </p:spPr>
        <p:txBody>
          <a:bodyPr anchorCtr="0" anchor="t" bIns="0" lIns="0" spcFirstLastPara="1" rIns="0" wrap="square" tIns="0">
            <a:spAutoFit/>
          </a:bodyPr>
          <a:lstStyle/>
          <a:p>
            <a:pPr indent="0" lvl="0" marL="0" marR="0" rtl="0" algn="l">
              <a:lnSpc>
                <a:spcPct val="120031"/>
              </a:lnSpc>
              <a:spcBef>
                <a:spcPts val="0"/>
              </a:spcBef>
              <a:spcAft>
                <a:spcPts val="0"/>
              </a:spcAft>
              <a:buNone/>
            </a:pPr>
            <a:r>
              <a:rPr b="0" i="0" lang="en-US" sz="1700" u="none" cap="none" strike="noStrike">
                <a:solidFill>
                  <a:srgbClr val="F5F5F5"/>
                </a:solidFill>
                <a:latin typeface="Calibri"/>
                <a:ea typeface="Calibri"/>
                <a:cs typeface="Calibri"/>
                <a:sym typeface="Calibri"/>
              </a:rPr>
              <a:t>✓ Change exposed passwords</a:t>
            </a:r>
            <a:endParaRPr sz="900"/>
          </a:p>
        </p:txBody>
      </p:sp>
      <p:sp>
        <p:nvSpPr>
          <p:cNvPr id="157" name="Google Shape;157;h770a2e5ec28c9777_2_100"/>
          <p:cNvSpPr txBox="1"/>
          <p:nvPr/>
        </p:nvSpPr>
        <p:spPr>
          <a:xfrm>
            <a:off x="7061399" y="4528547"/>
            <a:ext cx="3812972" cy="382594"/>
          </a:xfrm>
          <a:prstGeom prst="rect">
            <a:avLst/>
          </a:prstGeom>
          <a:noFill/>
          <a:ln>
            <a:noFill/>
          </a:ln>
        </p:spPr>
        <p:txBody>
          <a:bodyPr anchorCtr="0" anchor="t" bIns="0" lIns="0" spcFirstLastPara="1" rIns="0" wrap="square" tIns="0">
            <a:spAutoFit/>
          </a:bodyPr>
          <a:lstStyle/>
          <a:p>
            <a:pPr indent="0" lvl="0" marL="0" marR="0" rtl="0" algn="l">
              <a:lnSpc>
                <a:spcPct val="120031"/>
              </a:lnSpc>
              <a:spcBef>
                <a:spcPts val="0"/>
              </a:spcBef>
              <a:spcAft>
                <a:spcPts val="0"/>
              </a:spcAft>
              <a:buNone/>
            </a:pPr>
            <a:r>
              <a:rPr b="0" i="0" lang="en-US" sz="1700" u="none" cap="none" strike="noStrike">
                <a:solidFill>
                  <a:srgbClr val="F5F5F5"/>
                </a:solidFill>
                <a:latin typeface="Calibri"/>
                <a:ea typeface="Calibri"/>
                <a:cs typeface="Calibri"/>
                <a:sym typeface="Calibri"/>
              </a:rPr>
              <a:t>✓ Report the phishing attempt</a:t>
            </a:r>
            <a:endParaRPr sz="900"/>
          </a:p>
        </p:txBody>
      </p:sp>
      <p:pic>
        <p:nvPicPr>
          <p:cNvPr id="158" name="Google Shape;158;h770a2e5ec28c9777_2_100"/>
          <p:cNvPicPr preferRelativeResize="0"/>
          <p:nvPr/>
        </p:nvPicPr>
        <p:blipFill rotWithShape="1">
          <a:blip r:embed="rId3">
            <a:alphaModFix/>
          </a:blip>
          <a:srcRect b="44030" l="0" r="2420" t="10149"/>
          <a:stretch/>
        </p:blipFill>
        <p:spPr>
          <a:xfrm>
            <a:off x="9970350" y="2239327"/>
            <a:ext cx="1334120" cy="1392100"/>
          </a:xfrm>
          <a:prstGeom prst="rect">
            <a:avLst/>
          </a:prstGeom>
          <a:noFill/>
          <a:ln>
            <a:noFill/>
          </a:ln>
        </p:spPr>
      </p:pic>
      <p:pic>
        <p:nvPicPr>
          <p:cNvPr id="159" name="Google Shape;159;h770a2e5ec28c9777_2_100"/>
          <p:cNvPicPr preferRelativeResize="0"/>
          <p:nvPr/>
        </p:nvPicPr>
        <p:blipFill rotWithShape="1">
          <a:blip r:embed="rId4">
            <a:alphaModFix/>
          </a:blip>
          <a:srcRect b="41176" l="11382" r="23654" t="27927"/>
          <a:stretch/>
        </p:blipFill>
        <p:spPr>
          <a:xfrm>
            <a:off x="4289050" y="2286775"/>
            <a:ext cx="1317254" cy="13921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3"/>
          <p:cNvSpPr/>
          <p:nvPr/>
        </p:nvSpPr>
        <p:spPr>
          <a:xfrm>
            <a:off x="609585" y="618649"/>
            <a:ext cx="11582110" cy="173335"/>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8D90A6"/>
              </a:buClr>
              <a:buSzPts val="1050"/>
              <a:buFont typeface="Martian Mono Medium"/>
              <a:buNone/>
            </a:pPr>
            <a:r>
              <a:rPr b="0" i="0" lang="en-US" spc="84" sz="1050" u="none" cap="none" strike="noStrike">
                <a:solidFill>
                  <a:srgbClr val="8D90A6"/>
                </a:solidFill>
                <a:latin typeface="Martian Mono Medium"/>
                <a:ea typeface="Martian Mono Medium"/>
                <a:cs typeface="Martian Mono Medium"/>
                <a:sym typeface="Martian Mono Medium"/>
              </a:rPr>
              <a:t>THE GEO DECISION LAYER</a:t>
            </a:r>
            <a:endParaRPr b="0" i="0" sz="1050" u="none" cap="none" strike="noStrike">
              <a:solidFill>
                <a:schemeClr val="dk1"/>
              </a:solidFill>
              <a:latin typeface="Calibri"/>
              <a:ea typeface="Calibri"/>
              <a:cs typeface="Calibri"/>
              <a:sym typeface="Calibri"/>
            </a:endParaRPr>
          </a:p>
        </p:txBody>
      </p:sp>
      <p:sp>
        <p:nvSpPr>
          <p:cNvPr id="166" name="Google Shape;166;p3"/>
          <p:cNvSpPr/>
          <p:nvPr/>
        </p:nvSpPr>
        <p:spPr>
          <a:xfrm>
            <a:off x="609585" y="889298"/>
            <a:ext cx="10972526" cy="800100"/>
          </a:xfrm>
          <a:prstGeom prst="rect">
            <a:avLst/>
          </a:prstGeom>
          <a:noFill/>
          <a:ln>
            <a:noFill/>
          </a:ln>
        </p:spPr>
        <p:txBody>
          <a:bodyPr anchorCtr="0" anchor="t" bIns="0" lIns="0" spcFirstLastPara="1" rIns="0" wrap="square" tIns="0">
            <a:normAutofit/>
          </a:bodyPr>
          <a:lstStyle/>
          <a:p>
            <a:pPr indent="0" lvl="0" marL="0" marR="0" rtl="0" algn="l">
              <a:lnSpc>
                <a:spcPct val="88000"/>
              </a:lnSpc>
              <a:spcBef>
                <a:spcPts val="0"/>
              </a:spcBef>
              <a:spcAft>
                <a:spcPts val="0"/>
              </a:spcAft>
              <a:buClr>
                <a:srgbClr val="F4F3FA"/>
              </a:buClr>
              <a:buSzPts val="3000"/>
              <a:buFont typeface="Special Gothic Expanded One"/>
              <a:buNone/>
            </a:pPr>
            <a:r>
              <a:rPr b="0" i="0" lang="en-US" spc="-45" sz="3000" u="none" cap="none" strike="noStrike">
                <a:solidFill>
                  <a:srgbClr val="F4F3FA"/>
                </a:solidFill>
                <a:latin typeface="Special Gothic Expanded One"/>
                <a:ea typeface="Special Gothic Expanded One"/>
                <a:cs typeface="Special Gothic Expanded One"/>
                <a:sym typeface="Special Gothic Expanded One"/>
              </a:rPr>
              <a:t>GEO turns scattered telemetry into a response decision</a:t>
            </a:r>
            <a:endParaRPr b="0" i="0" sz="3000" u="none" cap="none" strike="noStrike">
              <a:solidFill>
                <a:schemeClr val="dk1"/>
              </a:solidFill>
              <a:latin typeface="Calibri"/>
              <a:ea typeface="Calibri"/>
              <a:cs typeface="Calibri"/>
              <a:sym typeface="Calibri"/>
            </a:endParaRPr>
          </a:p>
        </p:txBody>
      </p:sp>
      <p:sp>
        <p:nvSpPr>
          <p:cNvPr id="167" name="Google Shape;167;p3"/>
          <p:cNvSpPr/>
          <p:nvPr/>
        </p:nvSpPr>
        <p:spPr>
          <a:xfrm>
            <a:off x="609585" y="1842433"/>
            <a:ext cx="11582110" cy="257770"/>
          </a:xfrm>
          <a:prstGeom prst="rect">
            <a:avLst/>
          </a:prstGeom>
          <a:noFill/>
          <a:ln>
            <a:noFill/>
          </a:ln>
        </p:spPr>
        <p:txBody>
          <a:bodyPr anchorCtr="0" anchor="t" bIns="0" lIns="0" spcFirstLastPara="1" rIns="0" wrap="square" tIns="0">
            <a:noAutofit/>
          </a:bodyPr>
          <a:lstStyle/>
          <a:p>
            <a:pPr indent="0" lvl="0" marL="0" marR="0" rtl="0" algn="l">
              <a:lnSpc>
                <a:spcPct val="117000"/>
              </a:lnSpc>
              <a:spcBef>
                <a:spcPts val="0"/>
              </a:spcBef>
              <a:spcAft>
                <a:spcPts val="0"/>
              </a:spcAft>
              <a:buClr>
                <a:srgbClr val="BDBED0"/>
              </a:buClr>
              <a:buSzPts val="1450"/>
              <a:buFont typeface="Funnel Sans"/>
              <a:buNone/>
            </a:pPr>
            <a:r>
              <a:rPr b="0" i="0" lang="en-US" sz="1450" u="none" cap="none" strike="noStrike">
                <a:solidFill>
                  <a:srgbClr val="BDBED0"/>
                </a:solidFill>
                <a:latin typeface="Funnel Sans"/>
                <a:ea typeface="Funnel Sans"/>
                <a:cs typeface="Funnel Sans"/>
                <a:sym typeface="Funnel Sans"/>
              </a:rPr>
              <a:t>One analysis layer connects indicators, evidence, intelligence, confidence, and action.</a:t>
            </a:r>
            <a:endParaRPr b="0" i="0" sz="1450" u="none" cap="none" strike="noStrike">
              <a:solidFill>
                <a:schemeClr val="dk1"/>
              </a:solidFill>
              <a:latin typeface="Calibri"/>
              <a:ea typeface="Calibri"/>
              <a:cs typeface="Calibri"/>
              <a:sym typeface="Calibri"/>
            </a:endParaRPr>
          </a:p>
        </p:txBody>
      </p:sp>
      <p:sp>
        <p:nvSpPr>
          <p:cNvPr id="168" name="Google Shape;168;p3"/>
          <p:cNvSpPr/>
          <p:nvPr/>
        </p:nvSpPr>
        <p:spPr>
          <a:xfrm>
            <a:off x="609585" y="2263080"/>
            <a:ext cx="710885" cy="184150"/>
          </a:xfrm>
          <a:prstGeom prst="rect">
            <a:avLst/>
          </a:prstGeom>
          <a:noFill/>
          <a:ln>
            <a:noFill/>
          </a:ln>
        </p:spPr>
        <p:txBody>
          <a:bodyPr anchorCtr="0" anchor="t" bIns="0" lIns="0" spcFirstLastPara="1" rIns="0" wrap="square" tIns="0">
            <a:noAutofit/>
          </a:bodyPr>
          <a:lstStyle/>
          <a:p>
            <a:pPr indent="0" lvl="0" marL="0" marR="0" rtl="0" algn="l">
              <a:lnSpc>
                <a:spcPct val="83000"/>
              </a:lnSpc>
              <a:spcBef>
                <a:spcPts val="0"/>
              </a:spcBef>
              <a:spcAft>
                <a:spcPts val="0"/>
              </a:spcAft>
              <a:buClr>
                <a:srgbClr val="8B6CFF"/>
              </a:buClr>
              <a:buSzPts val="1450"/>
              <a:buFont typeface="Funnel Sans SemiBold"/>
              <a:buNone/>
            </a:pPr>
            <a:r>
              <a:rPr b="0" i="0" lang="en-US" sz="1450" u="none" cap="none" strike="noStrike">
                <a:solidFill>
                  <a:srgbClr val="8B6CFF"/>
                </a:solidFill>
                <a:latin typeface="Funnel Sans SemiBold"/>
                <a:ea typeface="Funnel Sans SemiBold"/>
                <a:cs typeface="Funnel Sans SemiBold"/>
                <a:sym typeface="Funnel Sans SemiBold"/>
              </a:rPr>
              <a:t>1</a:t>
            </a:r>
            <a:endParaRPr b="0" i="0" sz="1450" u="none" cap="none" strike="noStrike">
              <a:solidFill>
                <a:schemeClr val="dk1"/>
              </a:solidFill>
              <a:latin typeface="Calibri"/>
              <a:ea typeface="Calibri"/>
              <a:cs typeface="Calibri"/>
              <a:sym typeface="Calibri"/>
            </a:endParaRPr>
          </a:p>
        </p:txBody>
      </p:sp>
      <p:sp>
        <p:nvSpPr>
          <p:cNvPr id="169" name="Google Shape;169;p3"/>
          <p:cNvSpPr/>
          <p:nvPr/>
        </p:nvSpPr>
        <p:spPr>
          <a:xfrm>
            <a:off x="609585" y="2532955"/>
            <a:ext cx="2628834" cy="254000"/>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F4F3FA"/>
              </a:buClr>
              <a:buSzPts val="1600"/>
              <a:buFont typeface="Funnel Sans SemiBold"/>
              <a:buNone/>
            </a:pPr>
            <a:r>
              <a:rPr b="0" i="0" lang="en-US" sz="1600" u="none" cap="none" strike="noStrike">
                <a:solidFill>
                  <a:srgbClr val="F4F3FA"/>
                </a:solidFill>
                <a:latin typeface="Funnel Sans SemiBold"/>
                <a:ea typeface="Funnel Sans SemiBold"/>
                <a:cs typeface="Funnel Sans SemiBold"/>
                <a:sym typeface="Funnel Sans SemiBold"/>
              </a:rPr>
              <a:t>Ingest</a:t>
            </a:r>
            <a:endParaRPr b="0" i="0" sz="1600" u="none" cap="none" strike="noStrike">
              <a:solidFill>
                <a:schemeClr val="dk1"/>
              </a:solidFill>
              <a:latin typeface="Calibri"/>
              <a:ea typeface="Calibri"/>
              <a:cs typeface="Calibri"/>
              <a:sym typeface="Calibri"/>
            </a:endParaRPr>
          </a:p>
        </p:txBody>
      </p:sp>
      <p:sp>
        <p:nvSpPr>
          <p:cNvPr id="170" name="Google Shape;170;p3"/>
          <p:cNvSpPr/>
          <p:nvPr/>
        </p:nvSpPr>
        <p:spPr>
          <a:xfrm>
            <a:off x="609585" y="2909828"/>
            <a:ext cx="2628834" cy="773311"/>
          </a:xfrm>
          <a:prstGeom prst="rect">
            <a:avLst/>
          </a:prstGeom>
          <a:noFill/>
          <a:ln>
            <a:noFill/>
          </a:ln>
        </p:spPr>
        <p:txBody>
          <a:bodyPr anchorCtr="0" anchor="t" bIns="0" lIns="0" spcFirstLastPara="1" rIns="0" wrap="square" tIns="0">
            <a:normAutofit/>
          </a:bodyPr>
          <a:lstStyle/>
          <a:p>
            <a:pPr indent="0" lvl="0" marL="0" marR="0" rtl="0" algn="l">
              <a:lnSpc>
                <a:spcPct val="117000"/>
              </a:lnSpc>
              <a:spcBef>
                <a:spcPts val="0"/>
              </a:spcBef>
              <a:spcAft>
                <a:spcPts val="0"/>
              </a:spcAft>
              <a:buClr>
                <a:srgbClr val="BDBED0"/>
              </a:buClr>
              <a:buSzPts val="1450"/>
              <a:buFont typeface="Funnel Sans"/>
              <a:buNone/>
            </a:pPr>
            <a:r>
              <a:rPr b="0" i="0" lang="en-US" sz="1450" u="none" cap="none" strike="noStrike">
                <a:solidFill>
                  <a:srgbClr val="BDBED0"/>
                </a:solidFill>
                <a:latin typeface="Funnel Sans"/>
                <a:ea typeface="Funnel Sans"/>
                <a:cs typeface="Funnel Sans"/>
                <a:sym typeface="Funnel Sans"/>
              </a:rPr>
              <a:t>File, URL, email, and endpoint indicators enter one analysis layer.</a:t>
            </a:r>
            <a:endParaRPr b="0" i="0" sz="1450" u="none" cap="none" strike="noStrike">
              <a:solidFill>
                <a:schemeClr val="dk1"/>
              </a:solidFill>
              <a:latin typeface="Calibri"/>
              <a:ea typeface="Calibri"/>
              <a:cs typeface="Calibri"/>
              <a:sym typeface="Calibri"/>
            </a:endParaRPr>
          </a:p>
        </p:txBody>
      </p:sp>
      <p:sp>
        <p:nvSpPr>
          <p:cNvPr id="171" name="Google Shape;171;p3"/>
          <p:cNvSpPr/>
          <p:nvPr/>
        </p:nvSpPr>
        <p:spPr>
          <a:xfrm>
            <a:off x="3390815" y="2263080"/>
            <a:ext cx="710885" cy="184150"/>
          </a:xfrm>
          <a:prstGeom prst="rect">
            <a:avLst/>
          </a:prstGeom>
          <a:noFill/>
          <a:ln>
            <a:noFill/>
          </a:ln>
        </p:spPr>
        <p:txBody>
          <a:bodyPr anchorCtr="0" anchor="t" bIns="0" lIns="0" spcFirstLastPara="1" rIns="0" wrap="square" tIns="0">
            <a:noAutofit/>
          </a:bodyPr>
          <a:lstStyle/>
          <a:p>
            <a:pPr indent="0" lvl="0" marL="0" marR="0" rtl="0" algn="l">
              <a:lnSpc>
                <a:spcPct val="83000"/>
              </a:lnSpc>
              <a:spcBef>
                <a:spcPts val="0"/>
              </a:spcBef>
              <a:spcAft>
                <a:spcPts val="0"/>
              </a:spcAft>
              <a:buClr>
                <a:srgbClr val="8B6CFF"/>
              </a:buClr>
              <a:buSzPts val="1450"/>
              <a:buFont typeface="Funnel Sans SemiBold"/>
              <a:buNone/>
            </a:pPr>
            <a:r>
              <a:rPr b="0" i="0" lang="en-US" sz="1450" u="none" cap="none" strike="noStrike">
                <a:solidFill>
                  <a:srgbClr val="8B6CFF"/>
                </a:solidFill>
                <a:latin typeface="Funnel Sans SemiBold"/>
                <a:ea typeface="Funnel Sans SemiBold"/>
                <a:cs typeface="Funnel Sans SemiBold"/>
                <a:sym typeface="Funnel Sans SemiBold"/>
              </a:rPr>
              <a:t>2</a:t>
            </a:r>
            <a:endParaRPr b="0" i="0" sz="1450" u="none" cap="none" strike="noStrike">
              <a:solidFill>
                <a:schemeClr val="dk1"/>
              </a:solidFill>
              <a:latin typeface="Calibri"/>
              <a:ea typeface="Calibri"/>
              <a:cs typeface="Calibri"/>
              <a:sym typeface="Calibri"/>
            </a:endParaRPr>
          </a:p>
        </p:txBody>
      </p:sp>
      <p:sp>
        <p:nvSpPr>
          <p:cNvPr id="172" name="Google Shape;172;p3"/>
          <p:cNvSpPr/>
          <p:nvPr/>
        </p:nvSpPr>
        <p:spPr>
          <a:xfrm>
            <a:off x="3390815" y="2532955"/>
            <a:ext cx="2628834" cy="254000"/>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F4F3FA"/>
              </a:buClr>
              <a:buSzPts val="1600"/>
              <a:buFont typeface="Funnel Sans SemiBold"/>
              <a:buNone/>
            </a:pPr>
            <a:r>
              <a:rPr b="0" i="0" lang="en-US" sz="1600" u="none" cap="none" strike="noStrike">
                <a:solidFill>
                  <a:srgbClr val="F4F3FA"/>
                </a:solidFill>
                <a:latin typeface="Funnel Sans SemiBold"/>
                <a:ea typeface="Funnel Sans SemiBold"/>
                <a:cs typeface="Funnel Sans SemiBold"/>
                <a:sym typeface="Funnel Sans SemiBold"/>
              </a:rPr>
              <a:t>Validate</a:t>
            </a:r>
            <a:endParaRPr b="0" i="0" sz="1600" u="none" cap="none" strike="noStrike">
              <a:solidFill>
                <a:schemeClr val="dk1"/>
              </a:solidFill>
              <a:latin typeface="Calibri"/>
              <a:ea typeface="Calibri"/>
              <a:cs typeface="Calibri"/>
              <a:sym typeface="Calibri"/>
            </a:endParaRPr>
          </a:p>
        </p:txBody>
      </p:sp>
      <p:sp>
        <p:nvSpPr>
          <p:cNvPr id="173" name="Google Shape;173;p3"/>
          <p:cNvSpPr/>
          <p:nvPr/>
        </p:nvSpPr>
        <p:spPr>
          <a:xfrm>
            <a:off x="3390815" y="2909828"/>
            <a:ext cx="2628834" cy="773311"/>
          </a:xfrm>
          <a:prstGeom prst="rect">
            <a:avLst/>
          </a:prstGeom>
          <a:noFill/>
          <a:ln>
            <a:noFill/>
          </a:ln>
        </p:spPr>
        <p:txBody>
          <a:bodyPr anchorCtr="0" anchor="t" bIns="0" lIns="0" spcFirstLastPara="1" rIns="0" wrap="square" tIns="0">
            <a:normAutofit/>
          </a:bodyPr>
          <a:lstStyle/>
          <a:p>
            <a:pPr indent="0" lvl="0" marL="0" marR="0" rtl="0" algn="l">
              <a:lnSpc>
                <a:spcPct val="117000"/>
              </a:lnSpc>
              <a:spcBef>
                <a:spcPts val="0"/>
              </a:spcBef>
              <a:spcAft>
                <a:spcPts val="0"/>
              </a:spcAft>
              <a:buClr>
                <a:srgbClr val="BDBED0"/>
              </a:buClr>
              <a:buSzPts val="1450"/>
              <a:buFont typeface="Funnel Sans"/>
              <a:buNone/>
            </a:pPr>
            <a:r>
              <a:rPr b="0" i="0" lang="en-US" sz="1450" u="none" cap="none" strike="noStrike">
                <a:solidFill>
                  <a:srgbClr val="BDBED0"/>
                </a:solidFill>
                <a:latin typeface="Funnel Sans"/>
                <a:ea typeface="Funnel Sans"/>
                <a:cs typeface="Funnel Sans"/>
                <a:sym typeface="Funnel Sans"/>
              </a:rPr>
              <a:t>Check type, format, sender alignment, redirects, and basic structure.</a:t>
            </a:r>
            <a:endParaRPr b="0" i="0" sz="1450" u="none" cap="none" strike="noStrike">
              <a:solidFill>
                <a:schemeClr val="dk1"/>
              </a:solidFill>
              <a:latin typeface="Calibri"/>
              <a:ea typeface="Calibri"/>
              <a:cs typeface="Calibri"/>
              <a:sym typeface="Calibri"/>
            </a:endParaRPr>
          </a:p>
        </p:txBody>
      </p:sp>
      <p:sp>
        <p:nvSpPr>
          <p:cNvPr id="174" name="Google Shape;174;p3"/>
          <p:cNvSpPr/>
          <p:nvPr/>
        </p:nvSpPr>
        <p:spPr>
          <a:xfrm>
            <a:off x="6172046" y="2263080"/>
            <a:ext cx="710885" cy="184150"/>
          </a:xfrm>
          <a:prstGeom prst="rect">
            <a:avLst/>
          </a:prstGeom>
          <a:noFill/>
          <a:ln>
            <a:noFill/>
          </a:ln>
        </p:spPr>
        <p:txBody>
          <a:bodyPr anchorCtr="0" anchor="t" bIns="0" lIns="0" spcFirstLastPara="1" rIns="0" wrap="square" tIns="0">
            <a:noAutofit/>
          </a:bodyPr>
          <a:lstStyle/>
          <a:p>
            <a:pPr indent="0" lvl="0" marL="0" marR="0" rtl="0" algn="l">
              <a:lnSpc>
                <a:spcPct val="83000"/>
              </a:lnSpc>
              <a:spcBef>
                <a:spcPts val="0"/>
              </a:spcBef>
              <a:spcAft>
                <a:spcPts val="0"/>
              </a:spcAft>
              <a:buClr>
                <a:srgbClr val="8B6CFF"/>
              </a:buClr>
              <a:buSzPts val="1450"/>
              <a:buFont typeface="Funnel Sans SemiBold"/>
              <a:buNone/>
            </a:pPr>
            <a:r>
              <a:rPr b="0" i="0" lang="en-US" sz="1450" u="none" cap="none" strike="noStrike">
                <a:solidFill>
                  <a:srgbClr val="8B6CFF"/>
                </a:solidFill>
                <a:latin typeface="Funnel Sans SemiBold"/>
                <a:ea typeface="Funnel Sans SemiBold"/>
                <a:cs typeface="Funnel Sans SemiBold"/>
                <a:sym typeface="Funnel Sans SemiBold"/>
              </a:rPr>
              <a:t>3</a:t>
            </a:r>
            <a:endParaRPr b="0" i="0" sz="1450" u="none" cap="none" strike="noStrike">
              <a:solidFill>
                <a:schemeClr val="dk1"/>
              </a:solidFill>
              <a:latin typeface="Calibri"/>
              <a:ea typeface="Calibri"/>
              <a:cs typeface="Calibri"/>
              <a:sym typeface="Calibri"/>
            </a:endParaRPr>
          </a:p>
        </p:txBody>
      </p:sp>
      <p:sp>
        <p:nvSpPr>
          <p:cNvPr id="175" name="Google Shape;175;p3"/>
          <p:cNvSpPr/>
          <p:nvPr/>
        </p:nvSpPr>
        <p:spPr>
          <a:xfrm>
            <a:off x="6172046" y="2532955"/>
            <a:ext cx="2628834" cy="254000"/>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F4F3FA"/>
              </a:buClr>
              <a:buSzPts val="1600"/>
              <a:buFont typeface="Funnel Sans SemiBold"/>
              <a:buNone/>
            </a:pPr>
            <a:r>
              <a:rPr b="0" i="0" lang="en-US" sz="1600" u="none" cap="none" strike="noStrike">
                <a:solidFill>
                  <a:srgbClr val="F4F3FA"/>
                </a:solidFill>
                <a:latin typeface="Funnel Sans SemiBold"/>
                <a:ea typeface="Funnel Sans SemiBold"/>
                <a:cs typeface="Funnel Sans SemiBold"/>
                <a:sym typeface="Funnel Sans SemiBold"/>
              </a:rPr>
              <a:t>Analyze</a:t>
            </a:r>
            <a:endParaRPr b="0" i="0" sz="1600" u="none" cap="none" strike="noStrike">
              <a:solidFill>
                <a:schemeClr val="dk1"/>
              </a:solidFill>
              <a:latin typeface="Calibri"/>
              <a:ea typeface="Calibri"/>
              <a:cs typeface="Calibri"/>
              <a:sym typeface="Calibri"/>
            </a:endParaRPr>
          </a:p>
        </p:txBody>
      </p:sp>
      <p:sp>
        <p:nvSpPr>
          <p:cNvPr id="176" name="Google Shape;176;p3"/>
          <p:cNvSpPr/>
          <p:nvPr/>
        </p:nvSpPr>
        <p:spPr>
          <a:xfrm>
            <a:off x="6172046" y="2909828"/>
            <a:ext cx="2628834" cy="1031081"/>
          </a:xfrm>
          <a:prstGeom prst="rect">
            <a:avLst/>
          </a:prstGeom>
          <a:noFill/>
          <a:ln>
            <a:noFill/>
          </a:ln>
        </p:spPr>
        <p:txBody>
          <a:bodyPr anchorCtr="0" anchor="t" bIns="0" lIns="0" spcFirstLastPara="1" rIns="0" wrap="square" tIns="0">
            <a:normAutofit/>
          </a:bodyPr>
          <a:lstStyle/>
          <a:p>
            <a:pPr indent="0" lvl="0" marL="0" marR="0" rtl="0" algn="l">
              <a:lnSpc>
                <a:spcPct val="117000"/>
              </a:lnSpc>
              <a:spcBef>
                <a:spcPts val="0"/>
              </a:spcBef>
              <a:spcAft>
                <a:spcPts val="0"/>
              </a:spcAft>
              <a:buClr>
                <a:srgbClr val="BDBED0"/>
              </a:buClr>
              <a:buSzPts val="1450"/>
              <a:buFont typeface="Funnel Sans"/>
              <a:buNone/>
            </a:pPr>
            <a:r>
              <a:rPr b="0" i="0" lang="en-US" sz="1450" u="none" cap="none" strike="noStrike">
                <a:solidFill>
                  <a:srgbClr val="BDBED0"/>
                </a:solidFill>
                <a:latin typeface="Funnel Sans"/>
                <a:ea typeface="Funnel Sans"/>
                <a:cs typeface="Funnel Sans"/>
                <a:sym typeface="Funnel Sans"/>
              </a:rPr>
              <a:t>Inspect metadata, hashes, strings, entropy, suspicious patterns, and behavioral signals.</a:t>
            </a:r>
            <a:endParaRPr b="0" i="0" sz="1450" u="none" cap="none" strike="noStrike">
              <a:solidFill>
                <a:schemeClr val="dk1"/>
              </a:solidFill>
              <a:latin typeface="Calibri"/>
              <a:ea typeface="Calibri"/>
              <a:cs typeface="Calibri"/>
              <a:sym typeface="Calibri"/>
            </a:endParaRPr>
          </a:p>
        </p:txBody>
      </p:sp>
      <p:sp>
        <p:nvSpPr>
          <p:cNvPr id="177" name="Google Shape;177;p3"/>
          <p:cNvSpPr/>
          <p:nvPr/>
        </p:nvSpPr>
        <p:spPr>
          <a:xfrm>
            <a:off x="8953276" y="2263080"/>
            <a:ext cx="710885" cy="184150"/>
          </a:xfrm>
          <a:prstGeom prst="rect">
            <a:avLst/>
          </a:prstGeom>
          <a:noFill/>
          <a:ln>
            <a:noFill/>
          </a:ln>
        </p:spPr>
        <p:txBody>
          <a:bodyPr anchorCtr="0" anchor="t" bIns="0" lIns="0" spcFirstLastPara="1" rIns="0" wrap="square" tIns="0">
            <a:noAutofit/>
          </a:bodyPr>
          <a:lstStyle/>
          <a:p>
            <a:pPr indent="0" lvl="0" marL="0" marR="0" rtl="0" algn="l">
              <a:lnSpc>
                <a:spcPct val="83000"/>
              </a:lnSpc>
              <a:spcBef>
                <a:spcPts val="0"/>
              </a:spcBef>
              <a:spcAft>
                <a:spcPts val="0"/>
              </a:spcAft>
              <a:buClr>
                <a:srgbClr val="8B6CFF"/>
              </a:buClr>
              <a:buSzPts val="1450"/>
              <a:buFont typeface="Funnel Sans SemiBold"/>
              <a:buNone/>
            </a:pPr>
            <a:r>
              <a:rPr b="0" i="0" lang="en-US" sz="1450" u="none" cap="none" strike="noStrike">
                <a:solidFill>
                  <a:srgbClr val="8B6CFF"/>
                </a:solidFill>
                <a:latin typeface="Funnel Sans SemiBold"/>
                <a:ea typeface="Funnel Sans SemiBold"/>
                <a:cs typeface="Funnel Sans SemiBold"/>
                <a:sym typeface="Funnel Sans SemiBold"/>
              </a:rPr>
              <a:t>4</a:t>
            </a:r>
            <a:endParaRPr b="0" i="0" sz="1450" u="none" cap="none" strike="noStrike">
              <a:solidFill>
                <a:schemeClr val="dk1"/>
              </a:solidFill>
              <a:latin typeface="Calibri"/>
              <a:ea typeface="Calibri"/>
              <a:cs typeface="Calibri"/>
              <a:sym typeface="Calibri"/>
            </a:endParaRPr>
          </a:p>
        </p:txBody>
      </p:sp>
      <p:sp>
        <p:nvSpPr>
          <p:cNvPr id="178" name="Google Shape;178;p3"/>
          <p:cNvSpPr/>
          <p:nvPr/>
        </p:nvSpPr>
        <p:spPr>
          <a:xfrm>
            <a:off x="8953276" y="2532955"/>
            <a:ext cx="2628834" cy="254000"/>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F4F3FA"/>
              </a:buClr>
              <a:buSzPts val="1600"/>
              <a:buFont typeface="Funnel Sans SemiBold"/>
              <a:buNone/>
            </a:pPr>
            <a:r>
              <a:rPr b="0" i="0" lang="en-US" sz="1600" u="none" cap="none" strike="noStrike">
                <a:solidFill>
                  <a:srgbClr val="F4F3FA"/>
                </a:solidFill>
                <a:latin typeface="Funnel Sans SemiBold"/>
                <a:ea typeface="Funnel Sans SemiBold"/>
                <a:cs typeface="Funnel Sans SemiBold"/>
                <a:sym typeface="Funnel Sans SemiBold"/>
              </a:rPr>
              <a:t>Enrich</a:t>
            </a:r>
            <a:endParaRPr b="0" i="0" sz="1600" u="none" cap="none" strike="noStrike">
              <a:solidFill>
                <a:schemeClr val="dk1"/>
              </a:solidFill>
              <a:latin typeface="Calibri"/>
              <a:ea typeface="Calibri"/>
              <a:cs typeface="Calibri"/>
              <a:sym typeface="Calibri"/>
            </a:endParaRPr>
          </a:p>
        </p:txBody>
      </p:sp>
      <p:sp>
        <p:nvSpPr>
          <p:cNvPr id="179" name="Google Shape;179;p3"/>
          <p:cNvSpPr/>
          <p:nvPr/>
        </p:nvSpPr>
        <p:spPr>
          <a:xfrm>
            <a:off x="8953276" y="2909828"/>
            <a:ext cx="2628834" cy="773311"/>
          </a:xfrm>
          <a:prstGeom prst="rect">
            <a:avLst/>
          </a:prstGeom>
          <a:noFill/>
          <a:ln>
            <a:noFill/>
          </a:ln>
        </p:spPr>
        <p:txBody>
          <a:bodyPr anchorCtr="0" anchor="t" bIns="0" lIns="0" spcFirstLastPara="1" rIns="0" wrap="square" tIns="0">
            <a:normAutofit/>
          </a:bodyPr>
          <a:lstStyle/>
          <a:p>
            <a:pPr indent="0" lvl="0" marL="0" marR="0" rtl="0" algn="l">
              <a:lnSpc>
                <a:spcPct val="117000"/>
              </a:lnSpc>
              <a:spcBef>
                <a:spcPts val="0"/>
              </a:spcBef>
              <a:spcAft>
                <a:spcPts val="0"/>
              </a:spcAft>
              <a:buClr>
                <a:srgbClr val="BDBED0"/>
              </a:buClr>
              <a:buSzPts val="1450"/>
              <a:buFont typeface="Funnel Sans"/>
              <a:buNone/>
            </a:pPr>
            <a:r>
              <a:rPr b="0" i="0" lang="en-US" sz="1450" u="none" cap="none" strike="noStrike">
                <a:solidFill>
                  <a:srgbClr val="BDBED0"/>
                </a:solidFill>
                <a:latin typeface="Funnel Sans"/>
                <a:ea typeface="Funnel Sans"/>
                <a:cs typeface="Funnel Sans"/>
                <a:sym typeface="Funnel Sans"/>
              </a:rPr>
              <a:t>Compare hashes, domains, IPs, and other indicators with threat intelligence.</a:t>
            </a:r>
            <a:endParaRPr b="0" i="0" sz="1450" u="none" cap="none" strike="noStrike">
              <a:solidFill>
                <a:schemeClr val="dk1"/>
              </a:solidFill>
              <a:latin typeface="Calibri"/>
              <a:ea typeface="Calibri"/>
              <a:cs typeface="Calibri"/>
              <a:sym typeface="Calibri"/>
            </a:endParaRPr>
          </a:p>
        </p:txBody>
      </p:sp>
      <p:sp>
        <p:nvSpPr>
          <p:cNvPr id="180" name="Google Shape;180;p3"/>
          <p:cNvSpPr/>
          <p:nvPr/>
        </p:nvSpPr>
        <p:spPr>
          <a:xfrm>
            <a:off x="609585" y="4091087"/>
            <a:ext cx="710885" cy="184150"/>
          </a:xfrm>
          <a:prstGeom prst="rect">
            <a:avLst/>
          </a:prstGeom>
          <a:noFill/>
          <a:ln>
            <a:noFill/>
          </a:ln>
        </p:spPr>
        <p:txBody>
          <a:bodyPr anchorCtr="0" anchor="t" bIns="0" lIns="0" spcFirstLastPara="1" rIns="0" wrap="square" tIns="0">
            <a:noAutofit/>
          </a:bodyPr>
          <a:lstStyle/>
          <a:p>
            <a:pPr indent="0" lvl="0" marL="0" marR="0" rtl="0" algn="l">
              <a:lnSpc>
                <a:spcPct val="83000"/>
              </a:lnSpc>
              <a:spcBef>
                <a:spcPts val="0"/>
              </a:spcBef>
              <a:spcAft>
                <a:spcPts val="0"/>
              </a:spcAft>
              <a:buClr>
                <a:srgbClr val="8B6CFF"/>
              </a:buClr>
              <a:buSzPts val="1450"/>
              <a:buFont typeface="Funnel Sans SemiBold"/>
              <a:buNone/>
            </a:pPr>
            <a:r>
              <a:rPr b="0" i="0" lang="en-US" sz="1450" u="none" cap="none" strike="noStrike">
                <a:solidFill>
                  <a:srgbClr val="8B6CFF"/>
                </a:solidFill>
                <a:latin typeface="Funnel Sans SemiBold"/>
                <a:ea typeface="Funnel Sans SemiBold"/>
                <a:cs typeface="Funnel Sans SemiBold"/>
                <a:sym typeface="Funnel Sans SemiBold"/>
              </a:rPr>
              <a:t>5</a:t>
            </a:r>
            <a:endParaRPr b="0" i="0" sz="1450" u="none" cap="none" strike="noStrike">
              <a:solidFill>
                <a:schemeClr val="dk1"/>
              </a:solidFill>
              <a:latin typeface="Calibri"/>
              <a:ea typeface="Calibri"/>
              <a:cs typeface="Calibri"/>
              <a:sym typeface="Calibri"/>
            </a:endParaRPr>
          </a:p>
        </p:txBody>
      </p:sp>
      <p:sp>
        <p:nvSpPr>
          <p:cNvPr id="181" name="Google Shape;181;p3"/>
          <p:cNvSpPr/>
          <p:nvPr/>
        </p:nvSpPr>
        <p:spPr>
          <a:xfrm>
            <a:off x="609585" y="4360962"/>
            <a:ext cx="3555911" cy="254000"/>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F4F3FA"/>
              </a:buClr>
              <a:buSzPts val="1600"/>
              <a:buFont typeface="Funnel Sans SemiBold"/>
              <a:buNone/>
            </a:pPr>
            <a:r>
              <a:rPr b="0" i="0" lang="en-US" sz="1600" u="none" cap="none" strike="noStrike">
                <a:solidFill>
                  <a:srgbClr val="F4F3FA"/>
                </a:solidFill>
                <a:latin typeface="Funnel Sans SemiBold"/>
                <a:ea typeface="Funnel Sans SemiBold"/>
                <a:cs typeface="Funnel Sans SemiBold"/>
                <a:sym typeface="Funnel Sans SemiBold"/>
              </a:rPr>
              <a:t>Score</a:t>
            </a:r>
            <a:endParaRPr b="0" i="0" sz="1600" u="none" cap="none" strike="noStrike">
              <a:solidFill>
                <a:schemeClr val="dk1"/>
              </a:solidFill>
              <a:latin typeface="Calibri"/>
              <a:ea typeface="Calibri"/>
              <a:cs typeface="Calibri"/>
              <a:sym typeface="Calibri"/>
            </a:endParaRPr>
          </a:p>
        </p:txBody>
      </p:sp>
      <p:sp>
        <p:nvSpPr>
          <p:cNvPr id="182" name="Google Shape;182;p3"/>
          <p:cNvSpPr/>
          <p:nvPr/>
        </p:nvSpPr>
        <p:spPr>
          <a:xfrm>
            <a:off x="609585" y="4737834"/>
            <a:ext cx="3555911" cy="515541"/>
          </a:xfrm>
          <a:prstGeom prst="rect">
            <a:avLst/>
          </a:prstGeom>
          <a:noFill/>
          <a:ln>
            <a:noFill/>
          </a:ln>
        </p:spPr>
        <p:txBody>
          <a:bodyPr anchorCtr="0" anchor="t" bIns="0" lIns="0" spcFirstLastPara="1" rIns="0" wrap="square" tIns="0">
            <a:normAutofit/>
          </a:bodyPr>
          <a:lstStyle/>
          <a:p>
            <a:pPr indent="0" lvl="0" marL="0" marR="0" rtl="0" algn="l">
              <a:lnSpc>
                <a:spcPct val="117000"/>
              </a:lnSpc>
              <a:spcBef>
                <a:spcPts val="0"/>
              </a:spcBef>
              <a:spcAft>
                <a:spcPts val="0"/>
              </a:spcAft>
              <a:buClr>
                <a:srgbClr val="BDBED0"/>
              </a:buClr>
              <a:buSzPts val="1450"/>
              <a:buFont typeface="Funnel Sans"/>
              <a:buNone/>
            </a:pPr>
            <a:r>
              <a:rPr b="0" i="0" lang="en-US" sz="1450" u="none" cap="none" strike="noStrike">
                <a:solidFill>
                  <a:srgbClr val="BDBED0"/>
                </a:solidFill>
                <a:latin typeface="Funnel Sans"/>
                <a:ea typeface="Funnel Sans"/>
                <a:cs typeface="Funnel Sans"/>
                <a:sym typeface="Funnel Sans"/>
              </a:rPr>
              <a:t>Combine evidence into a unified risk score from 0–100.</a:t>
            </a:r>
            <a:endParaRPr b="0" i="0" sz="1450" u="none" cap="none" strike="noStrike">
              <a:solidFill>
                <a:schemeClr val="dk1"/>
              </a:solidFill>
              <a:latin typeface="Calibri"/>
              <a:ea typeface="Calibri"/>
              <a:cs typeface="Calibri"/>
              <a:sym typeface="Calibri"/>
            </a:endParaRPr>
          </a:p>
        </p:txBody>
      </p:sp>
      <p:sp>
        <p:nvSpPr>
          <p:cNvPr id="183" name="Google Shape;183;p3"/>
          <p:cNvSpPr/>
          <p:nvPr/>
        </p:nvSpPr>
        <p:spPr>
          <a:xfrm>
            <a:off x="4317892" y="4091087"/>
            <a:ext cx="710885" cy="184150"/>
          </a:xfrm>
          <a:prstGeom prst="rect">
            <a:avLst/>
          </a:prstGeom>
          <a:noFill/>
          <a:ln>
            <a:noFill/>
          </a:ln>
        </p:spPr>
        <p:txBody>
          <a:bodyPr anchorCtr="0" anchor="t" bIns="0" lIns="0" spcFirstLastPara="1" rIns="0" wrap="square" tIns="0">
            <a:noAutofit/>
          </a:bodyPr>
          <a:lstStyle/>
          <a:p>
            <a:pPr indent="0" lvl="0" marL="0" marR="0" rtl="0" algn="l">
              <a:lnSpc>
                <a:spcPct val="83000"/>
              </a:lnSpc>
              <a:spcBef>
                <a:spcPts val="0"/>
              </a:spcBef>
              <a:spcAft>
                <a:spcPts val="0"/>
              </a:spcAft>
              <a:buClr>
                <a:srgbClr val="8B6CFF"/>
              </a:buClr>
              <a:buSzPts val="1450"/>
              <a:buFont typeface="Funnel Sans SemiBold"/>
              <a:buNone/>
            </a:pPr>
            <a:r>
              <a:rPr b="0" i="0" lang="en-US" sz="1450" u="none" cap="none" strike="noStrike">
                <a:solidFill>
                  <a:srgbClr val="8B6CFF"/>
                </a:solidFill>
                <a:latin typeface="Funnel Sans SemiBold"/>
                <a:ea typeface="Funnel Sans SemiBold"/>
                <a:cs typeface="Funnel Sans SemiBold"/>
                <a:sym typeface="Funnel Sans SemiBold"/>
              </a:rPr>
              <a:t>6</a:t>
            </a:r>
            <a:endParaRPr b="0" i="0" sz="1450" u="none" cap="none" strike="noStrike">
              <a:solidFill>
                <a:schemeClr val="dk1"/>
              </a:solidFill>
              <a:latin typeface="Calibri"/>
              <a:ea typeface="Calibri"/>
              <a:cs typeface="Calibri"/>
              <a:sym typeface="Calibri"/>
            </a:endParaRPr>
          </a:p>
        </p:txBody>
      </p:sp>
      <p:sp>
        <p:nvSpPr>
          <p:cNvPr id="184" name="Google Shape;184;p3"/>
          <p:cNvSpPr/>
          <p:nvPr/>
        </p:nvSpPr>
        <p:spPr>
          <a:xfrm>
            <a:off x="4317892" y="4360962"/>
            <a:ext cx="3555911" cy="254000"/>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F4F3FA"/>
              </a:buClr>
              <a:buSzPts val="1600"/>
              <a:buFont typeface="Funnel Sans SemiBold"/>
              <a:buNone/>
            </a:pPr>
            <a:r>
              <a:rPr b="0" i="0" lang="en-US" sz="1600" u="none" cap="none" strike="noStrike">
                <a:solidFill>
                  <a:srgbClr val="F4F3FA"/>
                </a:solidFill>
                <a:latin typeface="Funnel Sans SemiBold"/>
                <a:ea typeface="Funnel Sans SemiBold"/>
                <a:cs typeface="Funnel Sans SemiBold"/>
                <a:sym typeface="Funnel Sans SemiBold"/>
              </a:rPr>
              <a:t>Classify</a:t>
            </a:r>
            <a:endParaRPr b="0" i="0" sz="1600" u="none" cap="none" strike="noStrike">
              <a:solidFill>
                <a:schemeClr val="dk1"/>
              </a:solidFill>
              <a:latin typeface="Calibri"/>
              <a:ea typeface="Calibri"/>
              <a:cs typeface="Calibri"/>
              <a:sym typeface="Calibri"/>
            </a:endParaRPr>
          </a:p>
        </p:txBody>
      </p:sp>
      <p:sp>
        <p:nvSpPr>
          <p:cNvPr id="185" name="Google Shape;185;p3"/>
          <p:cNvSpPr/>
          <p:nvPr/>
        </p:nvSpPr>
        <p:spPr>
          <a:xfrm>
            <a:off x="4317892" y="4737834"/>
            <a:ext cx="3555911" cy="515541"/>
          </a:xfrm>
          <a:prstGeom prst="rect">
            <a:avLst/>
          </a:prstGeom>
          <a:noFill/>
          <a:ln>
            <a:noFill/>
          </a:ln>
        </p:spPr>
        <p:txBody>
          <a:bodyPr anchorCtr="0" anchor="t" bIns="0" lIns="0" spcFirstLastPara="1" rIns="0" wrap="square" tIns="0">
            <a:normAutofit/>
          </a:bodyPr>
          <a:lstStyle/>
          <a:p>
            <a:pPr indent="0" lvl="0" marL="0" marR="0" rtl="0" algn="l">
              <a:lnSpc>
                <a:spcPct val="117000"/>
              </a:lnSpc>
              <a:spcBef>
                <a:spcPts val="0"/>
              </a:spcBef>
              <a:spcAft>
                <a:spcPts val="0"/>
              </a:spcAft>
              <a:buClr>
                <a:srgbClr val="BDBED0"/>
              </a:buClr>
              <a:buSzPts val="1450"/>
              <a:buFont typeface="Funnel Sans"/>
              <a:buNone/>
            </a:pPr>
            <a:r>
              <a:rPr b="0" i="0" lang="en-US" sz="1450" u="none" cap="none" strike="noStrike">
                <a:solidFill>
                  <a:srgbClr val="BDBED0"/>
                </a:solidFill>
                <a:latin typeface="Funnel Sans"/>
                <a:ea typeface="Funnel Sans"/>
                <a:cs typeface="Funnel Sans"/>
                <a:sym typeface="Funnel Sans"/>
              </a:rPr>
              <a:t>Safe, suspicious, or malicious, with confidence and rationale.</a:t>
            </a:r>
            <a:endParaRPr b="0" i="0" sz="1450" u="none" cap="none" strike="noStrike">
              <a:solidFill>
                <a:schemeClr val="dk1"/>
              </a:solidFill>
              <a:latin typeface="Calibri"/>
              <a:ea typeface="Calibri"/>
              <a:cs typeface="Calibri"/>
              <a:sym typeface="Calibri"/>
            </a:endParaRPr>
          </a:p>
        </p:txBody>
      </p:sp>
      <p:sp>
        <p:nvSpPr>
          <p:cNvPr id="186" name="Google Shape;186;p3"/>
          <p:cNvSpPr/>
          <p:nvPr/>
        </p:nvSpPr>
        <p:spPr>
          <a:xfrm>
            <a:off x="8026199" y="4091087"/>
            <a:ext cx="710885" cy="184150"/>
          </a:xfrm>
          <a:prstGeom prst="rect">
            <a:avLst/>
          </a:prstGeom>
          <a:noFill/>
          <a:ln>
            <a:noFill/>
          </a:ln>
        </p:spPr>
        <p:txBody>
          <a:bodyPr anchorCtr="0" anchor="t" bIns="0" lIns="0" spcFirstLastPara="1" rIns="0" wrap="square" tIns="0">
            <a:noAutofit/>
          </a:bodyPr>
          <a:lstStyle/>
          <a:p>
            <a:pPr indent="0" lvl="0" marL="0" marR="0" rtl="0" algn="l">
              <a:lnSpc>
                <a:spcPct val="83000"/>
              </a:lnSpc>
              <a:spcBef>
                <a:spcPts val="0"/>
              </a:spcBef>
              <a:spcAft>
                <a:spcPts val="0"/>
              </a:spcAft>
              <a:buClr>
                <a:srgbClr val="8B6CFF"/>
              </a:buClr>
              <a:buSzPts val="1450"/>
              <a:buFont typeface="Funnel Sans SemiBold"/>
              <a:buNone/>
            </a:pPr>
            <a:r>
              <a:rPr b="0" i="0" lang="en-US" sz="1450" u="none" cap="none" strike="noStrike">
                <a:solidFill>
                  <a:srgbClr val="8B6CFF"/>
                </a:solidFill>
                <a:latin typeface="Funnel Sans SemiBold"/>
                <a:ea typeface="Funnel Sans SemiBold"/>
                <a:cs typeface="Funnel Sans SemiBold"/>
                <a:sym typeface="Funnel Sans SemiBold"/>
              </a:rPr>
              <a:t>7</a:t>
            </a:r>
            <a:endParaRPr b="0" i="0" sz="1450" u="none" cap="none" strike="noStrike">
              <a:solidFill>
                <a:schemeClr val="dk1"/>
              </a:solidFill>
              <a:latin typeface="Calibri"/>
              <a:ea typeface="Calibri"/>
              <a:cs typeface="Calibri"/>
              <a:sym typeface="Calibri"/>
            </a:endParaRPr>
          </a:p>
        </p:txBody>
      </p:sp>
      <p:sp>
        <p:nvSpPr>
          <p:cNvPr id="187" name="Google Shape;187;p3"/>
          <p:cNvSpPr/>
          <p:nvPr/>
        </p:nvSpPr>
        <p:spPr>
          <a:xfrm>
            <a:off x="8026199" y="4360962"/>
            <a:ext cx="3555911" cy="254000"/>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F4F3FA"/>
              </a:buClr>
              <a:buSzPts val="1600"/>
              <a:buFont typeface="Funnel Sans SemiBold"/>
              <a:buNone/>
            </a:pPr>
            <a:r>
              <a:rPr b="0" i="0" lang="en-US" sz="1600" u="none" cap="none" strike="noStrike">
                <a:solidFill>
                  <a:srgbClr val="F4F3FA"/>
                </a:solidFill>
                <a:latin typeface="Funnel Sans SemiBold"/>
                <a:ea typeface="Funnel Sans SemiBold"/>
                <a:cs typeface="Funnel Sans SemiBold"/>
                <a:sym typeface="Funnel Sans SemiBold"/>
              </a:rPr>
              <a:t>Respond</a:t>
            </a:r>
            <a:endParaRPr b="0" i="0" sz="1600" u="none" cap="none" strike="noStrike">
              <a:solidFill>
                <a:schemeClr val="dk1"/>
              </a:solidFill>
              <a:latin typeface="Calibri"/>
              <a:ea typeface="Calibri"/>
              <a:cs typeface="Calibri"/>
              <a:sym typeface="Calibri"/>
            </a:endParaRPr>
          </a:p>
        </p:txBody>
      </p:sp>
      <p:sp>
        <p:nvSpPr>
          <p:cNvPr id="188" name="Google Shape;188;p3"/>
          <p:cNvSpPr/>
          <p:nvPr/>
        </p:nvSpPr>
        <p:spPr>
          <a:xfrm>
            <a:off x="8026199" y="4737834"/>
            <a:ext cx="3555911" cy="515541"/>
          </a:xfrm>
          <a:prstGeom prst="rect">
            <a:avLst/>
          </a:prstGeom>
          <a:noFill/>
          <a:ln>
            <a:noFill/>
          </a:ln>
        </p:spPr>
        <p:txBody>
          <a:bodyPr anchorCtr="0" anchor="t" bIns="0" lIns="0" spcFirstLastPara="1" rIns="0" wrap="square" tIns="0">
            <a:normAutofit/>
          </a:bodyPr>
          <a:lstStyle/>
          <a:p>
            <a:pPr indent="0" lvl="0" marL="0" marR="0" rtl="0" algn="l">
              <a:lnSpc>
                <a:spcPct val="117000"/>
              </a:lnSpc>
              <a:spcBef>
                <a:spcPts val="0"/>
              </a:spcBef>
              <a:spcAft>
                <a:spcPts val="0"/>
              </a:spcAft>
              <a:buClr>
                <a:srgbClr val="BDBED0"/>
              </a:buClr>
              <a:buSzPts val="1450"/>
              <a:buFont typeface="Funnel Sans"/>
              <a:buNone/>
            </a:pPr>
            <a:r>
              <a:rPr b="0" i="0" lang="en-US" sz="1450" u="none" cap="none" strike="noStrike">
                <a:solidFill>
                  <a:srgbClr val="BDBED0"/>
                </a:solidFill>
                <a:latin typeface="Funnel Sans"/>
                <a:ea typeface="Funnel Sans"/>
                <a:cs typeface="Funnel Sans"/>
                <a:sym typeface="Funnel Sans"/>
              </a:rPr>
              <a:t>Alert, recommend, quarantine, block, or escalate to investigation.</a:t>
            </a:r>
            <a:endParaRPr b="0" i="0" sz="1450" u="none" cap="none" strike="noStrike">
              <a:solidFill>
                <a:schemeClr val="dk1"/>
              </a:solidFill>
              <a:latin typeface="Calibri"/>
              <a:ea typeface="Calibri"/>
              <a:cs typeface="Calibri"/>
              <a:sym typeface="Calibri"/>
            </a:endParaRPr>
          </a:p>
        </p:txBody>
      </p:sp>
      <p:sp>
        <p:nvSpPr>
          <p:cNvPr id="189" name="Google Shape;189;p3"/>
          <p:cNvSpPr/>
          <p:nvPr/>
        </p:nvSpPr>
        <p:spPr>
          <a:xfrm>
            <a:off x="609585" y="5418475"/>
            <a:ext cx="11582110" cy="257770"/>
          </a:xfrm>
          <a:prstGeom prst="rect">
            <a:avLst/>
          </a:prstGeom>
          <a:noFill/>
          <a:ln>
            <a:noFill/>
          </a:ln>
        </p:spPr>
        <p:txBody>
          <a:bodyPr anchorCtr="0" anchor="t" bIns="0" lIns="0" spcFirstLastPara="1" rIns="0" wrap="square" tIns="0">
            <a:noAutofit/>
          </a:bodyPr>
          <a:lstStyle/>
          <a:p>
            <a:pPr indent="0" lvl="0" marL="0" marR="0" rtl="0" algn="l">
              <a:lnSpc>
                <a:spcPct val="117000"/>
              </a:lnSpc>
              <a:spcBef>
                <a:spcPts val="0"/>
              </a:spcBef>
              <a:spcAft>
                <a:spcPts val="0"/>
              </a:spcAft>
              <a:buClr>
                <a:srgbClr val="BDBED0"/>
              </a:buClr>
              <a:buSzPts val="1450"/>
              <a:buFont typeface="Funnel Sans"/>
              <a:buNone/>
            </a:pPr>
            <a:r>
              <a:rPr b="0" i="0" lang="en-US" sz="1450" u="none" cap="none" strike="noStrike">
                <a:solidFill>
                  <a:srgbClr val="BDBED0"/>
                </a:solidFill>
                <a:latin typeface="Funnel Sans"/>
                <a:ea typeface="Funnel Sans"/>
                <a:cs typeface="Funnel Sans"/>
                <a:sym typeface="Funnel Sans"/>
              </a:rPr>
              <a:t>GEO complements antivirus, EDR, firewalls, email security, and SIEM by connecting their signals instead of replacing them.</a:t>
            </a:r>
            <a:endParaRPr b="0" i="0" sz="1450" u="none" cap="none" strike="noStrike">
              <a:solidFill>
                <a:schemeClr val="dk1"/>
              </a:solidFill>
              <a:latin typeface="Calibri"/>
              <a:ea typeface="Calibri"/>
              <a:cs typeface="Calibri"/>
              <a:sym typeface="Calibri"/>
            </a:endParaRPr>
          </a:p>
        </p:txBody>
      </p:sp>
      <p:sp>
        <p:nvSpPr>
          <p:cNvPr id="190" name="Google Shape;190;p3"/>
          <p:cNvSpPr/>
          <p:nvPr/>
        </p:nvSpPr>
        <p:spPr>
          <a:xfrm>
            <a:off x="11091875" y="6571325"/>
            <a:ext cx="1099800" cy="286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91" name="Google Shape;191;p3"/>
          <p:cNvPicPr preferRelativeResize="0"/>
          <p:nvPr/>
        </p:nvPicPr>
        <p:blipFill rotWithShape="1">
          <a:blip r:embed="rId3">
            <a:alphaModFix/>
          </a:blip>
          <a:srcRect b="33461" l="-2182" r="22252" t="36720"/>
          <a:stretch/>
        </p:blipFill>
        <p:spPr>
          <a:xfrm>
            <a:off x="10001950" y="5625050"/>
            <a:ext cx="2628850" cy="1733174"/>
          </a:xfrm>
          <a:prstGeom prst="rect">
            <a:avLst/>
          </a:prstGeom>
          <a:noFill/>
          <a:ln>
            <a:noFill/>
          </a:ln>
        </p:spPr>
      </p:pic>
    </p:spTree>
  </p:cSld>
  <p:clrMapOvr>
    <a:masterClrMapping/>
  </p:clrMapOvr>
  <p:transition spd="med">
    <p:fade thruBlk="1"/>
  </p:transition>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h770a2e5ec28c9777_0_27"/>
          <p:cNvSpPr/>
          <p:nvPr/>
        </p:nvSpPr>
        <p:spPr>
          <a:xfrm>
            <a:off x="11064925" y="6561150"/>
            <a:ext cx="1126800" cy="235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8" name="Google Shape;198;h770a2e5ec28c9777_0_27"/>
          <p:cNvSpPr txBox="1"/>
          <p:nvPr/>
        </p:nvSpPr>
        <p:spPr>
          <a:xfrm>
            <a:off x="593925" y="184650"/>
            <a:ext cx="11782200" cy="993000"/>
          </a:xfrm>
          <a:prstGeom prst="rect">
            <a:avLst/>
          </a:prstGeom>
          <a:noFill/>
          <a:ln>
            <a:noFill/>
          </a:ln>
        </p:spPr>
        <p:txBody>
          <a:bodyPr anchorCtr="0" anchor="t" bIns="91425" lIns="91425" spcFirstLastPara="1" rIns="91425" wrap="square" tIns="91425">
            <a:noAutofit/>
          </a:bodyPr>
          <a:lstStyle/>
          <a:p>
            <a:pPr indent="0" lvl="0" marL="0" rtl="0" algn="l">
              <a:lnSpc>
                <a:spcPct val="88000"/>
              </a:lnSpc>
              <a:spcBef>
                <a:spcPts val="0"/>
              </a:spcBef>
              <a:spcAft>
                <a:spcPts val="0"/>
              </a:spcAft>
              <a:buClr>
                <a:srgbClr val="F4F3FA"/>
              </a:buClr>
              <a:buSzPts val="3000"/>
              <a:buFont typeface="Special Gothic Expanded One"/>
              <a:buNone/>
            </a:pPr>
            <a:r>
              <a:rPr lang="en-US" spc="-45" sz="3000">
                <a:solidFill>
                  <a:srgbClr val="F4F3FA"/>
                </a:solidFill>
                <a:latin typeface="Special Gothic Expanded One"/>
                <a:ea typeface="Special Gothic Expanded One"/>
                <a:cs typeface="Special Gothic Expanded One"/>
                <a:sym typeface="Special Gothic Expanded One"/>
              </a:rPr>
              <a:t>GEO turns scattered telemetry into a response decision</a:t>
            </a:r>
            <a:endParaRPr/>
          </a:p>
        </p:txBody>
      </p:sp>
      <p:sp>
        <p:nvSpPr>
          <p:cNvPr id="199" name="Google Shape;199;h770a2e5ec28c9777_0_27"/>
          <p:cNvSpPr txBox="1"/>
          <p:nvPr/>
        </p:nvSpPr>
        <p:spPr>
          <a:xfrm>
            <a:off x="1129175" y="1855250"/>
            <a:ext cx="4661100" cy="2043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3000">
                <a:solidFill>
                  <a:schemeClr val="lt1"/>
                </a:solidFill>
                <a:highlight>
                  <a:schemeClr val="dk1"/>
                </a:highlight>
              </a:rPr>
              <a:t>NORMAL USER</a:t>
            </a:r>
            <a:endParaRPr sz="3000">
              <a:solidFill>
                <a:schemeClr val="lt1"/>
              </a:solidFill>
              <a:highlight>
                <a:schemeClr val="dk1"/>
              </a:highlight>
            </a:endParaRPr>
          </a:p>
        </p:txBody>
      </p:sp>
      <p:pic>
        <p:nvPicPr>
          <p:cNvPr id="200" name="Google Shape;200;h770a2e5ec28c9777_0_27"/>
          <p:cNvPicPr preferRelativeResize="0"/>
          <p:nvPr/>
        </p:nvPicPr>
        <p:blipFill>
          <a:blip r:embed="rId3">
            <a:alphaModFix/>
          </a:blip>
          <a:stretch>
            <a:fillRect/>
          </a:stretch>
        </p:blipFill>
        <p:spPr>
          <a:xfrm>
            <a:off x="7010400" y="2953050"/>
            <a:ext cx="5181324" cy="3885993"/>
          </a:xfrm>
          <a:prstGeom prst="rect">
            <a:avLst/>
          </a:prstGeom>
          <a:noFill/>
          <a:ln>
            <a:noFill/>
          </a:ln>
        </p:spPr>
      </p:pic>
      <p:pic>
        <p:nvPicPr>
          <p:cNvPr id="201" name="Google Shape;201;h770a2e5ec28c9777_0_27"/>
          <p:cNvPicPr preferRelativeResize="0"/>
          <p:nvPr/>
        </p:nvPicPr>
        <p:blipFill>
          <a:blip r:embed="rId4">
            <a:alphaModFix/>
          </a:blip>
          <a:stretch>
            <a:fillRect/>
          </a:stretch>
        </p:blipFill>
        <p:spPr>
          <a:xfrm>
            <a:off x="153350" y="2467875"/>
            <a:ext cx="4108474" cy="4038400"/>
          </a:xfrm>
          <a:prstGeom prst="rect">
            <a:avLst/>
          </a:prstGeom>
          <a:noFill/>
          <a:ln>
            <a:noFill/>
          </a:ln>
        </p:spPr>
      </p:pic>
      <p:sp>
        <p:nvSpPr>
          <p:cNvPr id="202" name="Google Shape;202;h770a2e5ec28c9777_0_27"/>
          <p:cNvSpPr/>
          <p:nvPr/>
        </p:nvSpPr>
        <p:spPr>
          <a:xfrm>
            <a:off x="4418988" y="4063900"/>
            <a:ext cx="2280900" cy="9483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highlight>
                <a:schemeClr val="dk2"/>
              </a:highlight>
            </a:endParaRPr>
          </a:p>
        </p:txBody>
      </p:sp>
      <p:sp>
        <p:nvSpPr>
          <p:cNvPr id="203" name="Google Shape;203;h770a2e5ec28c9777_0_27"/>
          <p:cNvSpPr txBox="1"/>
          <p:nvPr/>
        </p:nvSpPr>
        <p:spPr>
          <a:xfrm>
            <a:off x="8542275" y="1855250"/>
            <a:ext cx="4292400" cy="1576800"/>
          </a:xfrm>
          <a:prstGeom prst="rect">
            <a:avLst/>
          </a:prstGeom>
          <a:noFill/>
          <a:ln>
            <a:noFill/>
          </a:ln>
        </p:spPr>
        <p:txBody>
          <a:bodyPr anchorCtr="0" anchor="t" bIns="91425" lIns="91425" spcFirstLastPara="1" rIns="91425" wrap="square" tIns="91425">
            <a:noAutofit/>
          </a:bodyPr>
          <a:lstStyle/>
          <a:p>
            <a:pPr indent="0" lvl="0" marL="0" rtl="0" algn="l">
              <a:lnSpc>
                <a:spcPct val="117000"/>
              </a:lnSpc>
              <a:spcBef>
                <a:spcPts val="1250"/>
              </a:spcBef>
              <a:spcAft>
                <a:spcPts val="0"/>
              </a:spcAft>
              <a:buClr>
                <a:srgbClr val="BDBED0"/>
              </a:buClr>
              <a:buSzPts val="1450"/>
              <a:buFont typeface="Funnel Sans"/>
              <a:buNone/>
            </a:pPr>
            <a:r>
              <a:rPr b="1" lang="en-US" sz="2750">
                <a:solidFill>
                  <a:srgbClr val="BDBED0"/>
                </a:solidFill>
                <a:latin typeface="Funnel Sans"/>
                <a:ea typeface="Funnel Sans"/>
                <a:cs typeface="Funnel Sans"/>
                <a:sym typeface="Funnel Sans"/>
              </a:rPr>
              <a:t>ANALYZER</a:t>
            </a:r>
            <a:endParaRPr sz="2700"/>
          </a:p>
        </p:txBody>
      </p:sp>
    </p:spTree>
  </p:cSld>
  <p:clrMapOvr>
    <a:masterClrMapping/>
  </p:clrMapOvr>
  <p:transition spd="med">
    <p:fade thruBlk="1"/>
  </p:transition>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4"/>
          <p:cNvSpPr/>
          <p:nvPr/>
        </p:nvSpPr>
        <p:spPr>
          <a:xfrm>
            <a:off x="609585" y="618649"/>
            <a:ext cx="5333867" cy="173335"/>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8D90A6"/>
              </a:buClr>
              <a:buSzPts val="1050"/>
              <a:buFont typeface="Martian Mono Medium"/>
              <a:buNone/>
            </a:pPr>
            <a:r>
              <a:rPr b="0" i="0" lang="en-US" spc="84" sz="1050" u="none" cap="none" strike="noStrike">
                <a:solidFill>
                  <a:srgbClr val="8D90A6"/>
                </a:solidFill>
                <a:latin typeface="Martian Mono Medium"/>
                <a:ea typeface="Martian Mono Medium"/>
                <a:cs typeface="Martian Mono Medium"/>
                <a:sym typeface="Martian Mono Medium"/>
              </a:rPr>
              <a:t>PROTOTYPE VIEW</a:t>
            </a:r>
            <a:endParaRPr b="0" i="0" sz="1050" u="none" cap="none" strike="noStrike">
              <a:solidFill>
                <a:schemeClr val="dk1"/>
              </a:solidFill>
              <a:latin typeface="Calibri"/>
              <a:ea typeface="Calibri"/>
              <a:cs typeface="Calibri"/>
              <a:sym typeface="Calibri"/>
            </a:endParaRPr>
          </a:p>
        </p:txBody>
      </p:sp>
      <p:sp>
        <p:nvSpPr>
          <p:cNvPr id="210" name="Google Shape;210;p4"/>
          <p:cNvSpPr/>
          <p:nvPr/>
        </p:nvSpPr>
        <p:spPr>
          <a:xfrm>
            <a:off x="609585" y="889298"/>
            <a:ext cx="4724282" cy="800100"/>
          </a:xfrm>
          <a:prstGeom prst="rect">
            <a:avLst/>
          </a:prstGeom>
          <a:noFill/>
          <a:ln>
            <a:noFill/>
          </a:ln>
        </p:spPr>
        <p:txBody>
          <a:bodyPr anchorCtr="0" anchor="t" bIns="0" lIns="0" spcFirstLastPara="1" rIns="0" wrap="square" tIns="0">
            <a:normAutofit/>
          </a:bodyPr>
          <a:lstStyle/>
          <a:p>
            <a:pPr indent="0" lvl="0" marL="0" marR="0" rtl="0" algn="l">
              <a:lnSpc>
                <a:spcPct val="88000"/>
              </a:lnSpc>
              <a:spcBef>
                <a:spcPts val="0"/>
              </a:spcBef>
              <a:spcAft>
                <a:spcPts val="0"/>
              </a:spcAft>
              <a:buClr>
                <a:srgbClr val="F4F3FA"/>
              </a:buClr>
              <a:buSzPts val="3000"/>
              <a:buFont typeface="Special Gothic Expanded One"/>
              <a:buNone/>
            </a:pPr>
            <a:r>
              <a:rPr b="0" i="0" lang="en-US" spc="-45" sz="3000" u="none" cap="none" strike="noStrike">
                <a:solidFill>
                  <a:srgbClr val="F4F3FA"/>
                </a:solidFill>
                <a:latin typeface="Special Gothic Expanded One"/>
                <a:ea typeface="Special Gothic Expanded One"/>
                <a:cs typeface="Special Gothic Expanded One"/>
                <a:sym typeface="Special Gothic Expanded One"/>
              </a:rPr>
              <a:t>The prototype makes the decision visible</a:t>
            </a:r>
            <a:endParaRPr b="0" i="0" sz="3000" u="none" cap="none" strike="noStrike">
              <a:solidFill>
                <a:schemeClr val="dk1"/>
              </a:solidFill>
              <a:latin typeface="Calibri"/>
              <a:ea typeface="Calibri"/>
              <a:cs typeface="Calibri"/>
              <a:sym typeface="Calibri"/>
            </a:endParaRPr>
          </a:p>
        </p:txBody>
      </p:sp>
      <p:sp>
        <p:nvSpPr>
          <p:cNvPr id="211" name="Google Shape;211;p4"/>
          <p:cNvSpPr/>
          <p:nvPr/>
        </p:nvSpPr>
        <p:spPr>
          <a:xfrm>
            <a:off x="609585" y="1842433"/>
            <a:ext cx="4724282" cy="773311"/>
          </a:xfrm>
          <a:prstGeom prst="rect">
            <a:avLst/>
          </a:prstGeom>
          <a:noFill/>
          <a:ln>
            <a:noFill/>
          </a:ln>
        </p:spPr>
        <p:txBody>
          <a:bodyPr anchorCtr="0" anchor="t" bIns="0" lIns="0" spcFirstLastPara="1" rIns="0" wrap="square" tIns="0">
            <a:normAutofit/>
          </a:bodyPr>
          <a:lstStyle/>
          <a:p>
            <a:pPr indent="0" lvl="0" marL="0" marR="0" rtl="0" algn="l">
              <a:lnSpc>
                <a:spcPct val="117000"/>
              </a:lnSpc>
              <a:spcBef>
                <a:spcPts val="0"/>
              </a:spcBef>
              <a:spcAft>
                <a:spcPts val="0"/>
              </a:spcAft>
              <a:buClr>
                <a:srgbClr val="BDBED0"/>
              </a:buClr>
              <a:buSzPts val="1450"/>
              <a:buFont typeface="Funnel Sans"/>
              <a:buNone/>
            </a:pPr>
            <a:r>
              <a:rPr b="0" i="0" lang="en-US" sz="1450" u="none" cap="none" strike="noStrike">
                <a:solidFill>
                  <a:srgbClr val="BDBED0"/>
                </a:solidFill>
                <a:latin typeface="Funnel Sans"/>
                <a:ea typeface="Funnel Sans"/>
                <a:cs typeface="Funnel Sans"/>
                <a:sym typeface="Funnel Sans"/>
              </a:rPr>
              <a:t>A dark SOC-style interface turns scan evidence into a clear operational state. Dashboard: scan history, threat trend, network indicators, and security status.</a:t>
            </a:r>
            <a:endParaRPr b="0" i="0" sz="1450" u="none" cap="none" strike="noStrike">
              <a:solidFill>
                <a:schemeClr val="dk1"/>
              </a:solidFill>
              <a:latin typeface="Calibri"/>
              <a:ea typeface="Calibri"/>
              <a:cs typeface="Calibri"/>
              <a:sym typeface="Calibri"/>
            </a:endParaRPr>
          </a:p>
        </p:txBody>
      </p:sp>
      <p:sp>
        <p:nvSpPr>
          <p:cNvPr id="212" name="Google Shape;212;p4"/>
          <p:cNvSpPr/>
          <p:nvPr/>
        </p:nvSpPr>
        <p:spPr>
          <a:xfrm>
            <a:off x="609585" y="2778621"/>
            <a:ext cx="4724282" cy="1969492"/>
          </a:xfrm>
          <a:prstGeom prst="rect">
            <a:avLst/>
          </a:prstGeom>
          <a:noFill/>
          <a:ln>
            <a:noFill/>
          </a:ln>
        </p:spPr>
        <p:txBody>
          <a:bodyPr anchorCtr="0" anchor="t" bIns="0" lIns="0" spcFirstLastPara="1" rIns="0" wrap="square" tIns="0">
            <a:normAutofit/>
          </a:bodyPr>
          <a:lstStyle/>
          <a:p>
            <a:pPr indent="0" lvl="0" marL="0" marR="0" rtl="0" algn="l">
              <a:lnSpc>
                <a:spcPct val="117000"/>
              </a:lnSpc>
              <a:spcBef>
                <a:spcPts val="0"/>
              </a:spcBef>
              <a:spcAft>
                <a:spcPts val="0"/>
              </a:spcAft>
              <a:buClr>
                <a:srgbClr val="BDBED0"/>
              </a:buClr>
              <a:buSzPts val="1450"/>
              <a:buFont typeface="Funnel Sans"/>
              <a:buNone/>
            </a:pPr>
            <a:r>
              <a:rPr b="1" i="0" lang="en-US" sz="1450" u="none" cap="none" strike="noStrike">
                <a:solidFill>
                  <a:srgbClr val="BDBED0"/>
                </a:solidFill>
                <a:latin typeface="Funnel Sans"/>
                <a:ea typeface="Funnel Sans"/>
                <a:cs typeface="Funnel Sans"/>
                <a:sym typeface="Funnel Sans"/>
              </a:rPr>
              <a:t>FILE SCANNER · malware_sample.exe</a:t>
            </a:r>
            <a:endParaRPr b="0" i="0" sz="1450" u="none" cap="none" strike="noStrike">
              <a:solidFill>
                <a:schemeClr val="dk1"/>
              </a:solidFill>
              <a:latin typeface="Calibri"/>
              <a:ea typeface="Calibri"/>
              <a:cs typeface="Calibri"/>
              <a:sym typeface="Calibri"/>
            </a:endParaRPr>
          </a:p>
          <a:p>
            <a:pPr indent="0" lvl="0" marL="0" marR="0" rtl="0" algn="l">
              <a:lnSpc>
                <a:spcPct val="117000"/>
              </a:lnSpc>
              <a:spcBef>
                <a:spcPts val="0"/>
              </a:spcBef>
              <a:spcAft>
                <a:spcPts val="0"/>
              </a:spcAft>
              <a:buClr>
                <a:srgbClr val="BDBED0"/>
              </a:buClr>
              <a:buSzPts val="1450"/>
              <a:buFont typeface="Funnel Sans"/>
              <a:buNone/>
            </a:pPr>
            <a:r>
              <a:rPr b="0" i="0" lang="en-US" sz="1450" u="none" cap="none" strike="noStrike">
                <a:solidFill>
                  <a:srgbClr val="BDBED0"/>
                </a:solidFill>
                <a:latin typeface="Funnel Sans"/>
                <a:ea typeface="Funnel Sans"/>
                <a:cs typeface="Funnel Sans"/>
                <a:sym typeface="Funnel Sans"/>
              </a:rPr>
              <a:t>HIGH RISK · 92/100</a:t>
            </a:r>
            <a:endParaRPr b="0" i="0" sz="1450" u="none" cap="none" strike="noStrike">
              <a:solidFill>
                <a:schemeClr val="dk1"/>
              </a:solidFill>
              <a:latin typeface="Calibri"/>
              <a:ea typeface="Calibri"/>
              <a:cs typeface="Calibri"/>
              <a:sym typeface="Calibri"/>
            </a:endParaRPr>
          </a:p>
          <a:p>
            <a:pPr indent="0" lvl="0" marL="0" marR="0" rtl="0" algn="l">
              <a:lnSpc>
                <a:spcPct val="117000"/>
              </a:lnSpc>
              <a:spcBef>
                <a:spcPts val="0"/>
              </a:spcBef>
              <a:spcAft>
                <a:spcPts val="0"/>
              </a:spcAft>
              <a:buClr>
                <a:srgbClr val="BDBED0"/>
              </a:buClr>
              <a:buSzPts val="1450"/>
              <a:buFont typeface="Funnel Sans"/>
              <a:buNone/>
            </a:pPr>
            <a:r>
              <a:rPr b="0" i="0" lang="en-US" sz="1450" u="none" cap="none" strike="noStrike">
                <a:solidFill>
                  <a:srgbClr val="BDBED0"/>
                </a:solidFill>
                <a:latin typeface="Funnel Sans"/>
                <a:ea typeface="Funnel Sans"/>
                <a:cs typeface="Funnel Sans"/>
                <a:sym typeface="Funnel Sans"/>
              </a:rPr>
              <a:t>Suspicious executable behavior · abnormal entropy · quarantine recommendation</a:t>
            </a:r>
            <a:endParaRPr b="0" i="0" sz="1450" u="none" cap="none" strike="noStrike">
              <a:solidFill>
                <a:schemeClr val="dk1"/>
              </a:solidFill>
              <a:latin typeface="Calibri"/>
              <a:ea typeface="Calibri"/>
              <a:cs typeface="Calibri"/>
              <a:sym typeface="Calibri"/>
            </a:endParaRPr>
          </a:p>
          <a:p>
            <a:pPr indent="0" lvl="0" marL="0" marR="0" rtl="0" algn="l">
              <a:lnSpc>
                <a:spcPct val="117000"/>
              </a:lnSpc>
              <a:spcBef>
                <a:spcPts val="1250"/>
              </a:spcBef>
              <a:spcAft>
                <a:spcPts val="0"/>
              </a:spcAft>
              <a:buClr>
                <a:srgbClr val="BDBED0"/>
              </a:buClr>
              <a:buSzPts val="1450"/>
              <a:buFont typeface="Funnel Sans"/>
              <a:buNone/>
            </a:pPr>
            <a:r>
              <a:rPr b="1" i="0" lang="en-US" sz="1450" u="none" cap="none" strike="noStrike">
                <a:solidFill>
                  <a:srgbClr val="BDBED0"/>
                </a:solidFill>
                <a:latin typeface="Funnel Sans"/>
                <a:ea typeface="Funnel Sans"/>
                <a:cs typeface="Funnel Sans"/>
                <a:sym typeface="Funnel Sans"/>
              </a:rPr>
              <a:t>URL ANALYZER · Suspicious domain</a:t>
            </a:r>
            <a:endParaRPr b="0" i="0" sz="1450" u="none" cap="none" strike="noStrike">
              <a:solidFill>
                <a:schemeClr val="dk1"/>
              </a:solidFill>
              <a:latin typeface="Calibri"/>
              <a:ea typeface="Calibri"/>
              <a:cs typeface="Calibri"/>
              <a:sym typeface="Calibri"/>
            </a:endParaRPr>
          </a:p>
          <a:p>
            <a:pPr indent="0" lvl="0" marL="0" marR="0" rtl="0" algn="l">
              <a:lnSpc>
                <a:spcPct val="117000"/>
              </a:lnSpc>
              <a:spcBef>
                <a:spcPts val="0"/>
              </a:spcBef>
              <a:spcAft>
                <a:spcPts val="0"/>
              </a:spcAft>
              <a:buClr>
                <a:srgbClr val="BDBED0"/>
              </a:buClr>
              <a:buSzPts val="1450"/>
              <a:buFont typeface="Funnel Sans"/>
              <a:buNone/>
            </a:pPr>
            <a:r>
              <a:rPr b="0" i="0" lang="en-US" sz="1450" u="none" cap="none" strike="noStrike">
                <a:solidFill>
                  <a:srgbClr val="BDBED0"/>
                </a:solidFill>
                <a:latin typeface="Funnel Sans"/>
                <a:ea typeface="Funnel Sans"/>
                <a:cs typeface="Funnel Sans"/>
                <a:sym typeface="Funnel Sans"/>
              </a:rPr>
              <a:t>MALICIOUS URL · 94/100</a:t>
            </a:r>
            <a:endParaRPr b="0" i="0" sz="1450" u="none" cap="none" strike="noStrike">
              <a:solidFill>
                <a:schemeClr val="dk1"/>
              </a:solidFill>
              <a:latin typeface="Calibri"/>
              <a:ea typeface="Calibri"/>
              <a:cs typeface="Calibri"/>
              <a:sym typeface="Calibri"/>
            </a:endParaRPr>
          </a:p>
          <a:p>
            <a:pPr indent="0" lvl="0" marL="0" marR="0" rtl="0" algn="l">
              <a:lnSpc>
                <a:spcPct val="117000"/>
              </a:lnSpc>
              <a:spcBef>
                <a:spcPts val="0"/>
              </a:spcBef>
              <a:spcAft>
                <a:spcPts val="0"/>
              </a:spcAft>
              <a:buClr>
                <a:srgbClr val="BDBED0"/>
              </a:buClr>
              <a:buSzPts val="1450"/>
              <a:buFont typeface="Funnel Sans"/>
              <a:buNone/>
            </a:pPr>
            <a:r>
              <a:rPr b="0" i="0" lang="en-US" sz="1450" u="none" cap="none" strike="noStrike">
                <a:solidFill>
                  <a:srgbClr val="BDBED0"/>
                </a:solidFill>
                <a:latin typeface="Funnel Sans"/>
                <a:ea typeface="Funnel Sans"/>
                <a:cs typeface="Funnel Sans"/>
                <a:sym typeface="Funnel Sans"/>
              </a:rPr>
              <a:t>Phishing characteristics · redirect anomaly · block action</a:t>
            </a:r>
            <a:endParaRPr b="0" i="0" sz="1450" u="none" cap="none" strike="noStrike">
              <a:solidFill>
                <a:schemeClr val="dk1"/>
              </a:solidFill>
              <a:latin typeface="Calibri"/>
              <a:ea typeface="Calibri"/>
              <a:cs typeface="Calibri"/>
              <a:sym typeface="Calibri"/>
            </a:endParaRPr>
          </a:p>
        </p:txBody>
      </p:sp>
      <p:sp>
        <p:nvSpPr>
          <p:cNvPr id="213" name="Google Shape;213;p4"/>
          <p:cNvSpPr/>
          <p:nvPr/>
        </p:nvSpPr>
        <p:spPr>
          <a:xfrm>
            <a:off x="609585" y="4915436"/>
            <a:ext cx="5333867" cy="257770"/>
          </a:xfrm>
          <a:prstGeom prst="rect">
            <a:avLst/>
          </a:prstGeom>
          <a:noFill/>
          <a:ln>
            <a:noFill/>
          </a:ln>
        </p:spPr>
        <p:txBody>
          <a:bodyPr anchorCtr="0" anchor="t" bIns="0" lIns="0" spcFirstLastPara="1" rIns="0" wrap="square" tIns="0">
            <a:noAutofit/>
          </a:bodyPr>
          <a:lstStyle/>
          <a:p>
            <a:pPr indent="0" lvl="0" marL="0" marR="0" rtl="0" algn="l">
              <a:lnSpc>
                <a:spcPct val="117000"/>
              </a:lnSpc>
              <a:spcBef>
                <a:spcPts val="0"/>
              </a:spcBef>
              <a:spcAft>
                <a:spcPts val="0"/>
              </a:spcAft>
              <a:buClr>
                <a:srgbClr val="BDBED0"/>
              </a:buClr>
              <a:buSzPts val="1450"/>
              <a:buFont typeface="Funnel Sans"/>
              <a:buNone/>
            </a:pPr>
            <a:r>
              <a:rPr b="0" i="0" lang="en-US" sz="1450" u="none" cap="none" strike="noStrike">
                <a:solidFill>
                  <a:srgbClr val="BDBED0"/>
                </a:solidFill>
                <a:latin typeface="Funnel Sans"/>
                <a:ea typeface="Funnel Sans"/>
                <a:cs typeface="Funnel Sans"/>
                <a:sym typeface="Funnel Sans"/>
              </a:rPr>
              <a:t>RISK SIGNALS · PROTOTYPE SCORES</a:t>
            </a:r>
            <a:endParaRPr b="0" i="0" sz="1450" u="none" cap="none" strike="noStrike">
              <a:solidFill>
                <a:schemeClr val="dk1"/>
              </a:solidFill>
              <a:latin typeface="Calibri"/>
              <a:ea typeface="Calibri"/>
              <a:cs typeface="Calibri"/>
              <a:sym typeface="Calibri"/>
            </a:endParaRPr>
          </a:p>
        </p:txBody>
      </p:sp>
      <p:pic>
        <p:nvPicPr>
          <p:cNvPr descr="preencoded.png" id="214" name="Google Shape;214;p4"/>
          <p:cNvPicPr preferRelativeResize="0"/>
          <p:nvPr/>
        </p:nvPicPr>
        <p:blipFill rotWithShape="1">
          <a:blip r:embed="rId3">
            <a:alphaModFix/>
          </a:blip>
          <a:srcRect b="0" l="0" r="0" t="0"/>
          <a:stretch/>
        </p:blipFill>
        <p:spPr>
          <a:xfrm>
            <a:off x="609585" y="5336084"/>
            <a:ext cx="3809905" cy="1397000"/>
          </a:xfrm>
          <a:prstGeom prst="rect">
            <a:avLst/>
          </a:prstGeom>
          <a:noFill/>
          <a:ln>
            <a:noFill/>
          </a:ln>
        </p:spPr>
      </p:pic>
      <p:sp>
        <p:nvSpPr>
          <p:cNvPr id="215" name="Google Shape;215;p4"/>
          <p:cNvSpPr/>
          <p:nvPr/>
        </p:nvSpPr>
        <p:spPr>
          <a:xfrm>
            <a:off x="6248232" y="61425"/>
            <a:ext cx="5943600" cy="6858000"/>
          </a:xfrm>
          <a:prstGeom prst="rect">
            <a:avLst/>
          </a:prstGeom>
          <a:solidFill>
            <a:srgbClr val="12141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4"/>
          <p:cNvSpPr/>
          <p:nvPr/>
        </p:nvSpPr>
        <p:spPr>
          <a:xfrm>
            <a:off x="6857828" y="611822"/>
            <a:ext cx="5333867" cy="257770"/>
          </a:xfrm>
          <a:prstGeom prst="rect">
            <a:avLst/>
          </a:prstGeom>
          <a:noFill/>
          <a:ln>
            <a:noFill/>
          </a:ln>
        </p:spPr>
        <p:txBody>
          <a:bodyPr anchorCtr="0" anchor="t" bIns="0" lIns="0" spcFirstLastPara="1" rIns="0" wrap="square" tIns="0">
            <a:noAutofit/>
          </a:bodyPr>
          <a:lstStyle/>
          <a:p>
            <a:pPr indent="0" lvl="0" marL="0" marR="0" rtl="0" algn="l">
              <a:lnSpc>
                <a:spcPct val="117000"/>
              </a:lnSpc>
              <a:spcBef>
                <a:spcPts val="0"/>
              </a:spcBef>
              <a:spcAft>
                <a:spcPts val="0"/>
              </a:spcAft>
              <a:buClr>
                <a:srgbClr val="BDBED0"/>
              </a:buClr>
              <a:buSzPts val="1450"/>
              <a:buFont typeface="Funnel Sans"/>
              <a:buNone/>
            </a:pPr>
            <a:r>
              <a:rPr b="0" i="0" lang="en-US" sz="1450" u="none" cap="none" strike="noStrike">
                <a:solidFill>
                  <a:srgbClr val="BDBED0"/>
                </a:solidFill>
                <a:latin typeface="Funnel Sans"/>
                <a:ea typeface="Funnel Sans"/>
                <a:cs typeface="Funnel Sans"/>
                <a:sym typeface="Funnel Sans"/>
              </a:rPr>
              <a:t>EMAIL ANALYZER</a:t>
            </a:r>
            <a:endParaRPr b="0" i="0" sz="1450" u="none" cap="none" strike="noStrike">
              <a:solidFill>
                <a:schemeClr val="dk1"/>
              </a:solidFill>
              <a:latin typeface="Calibri"/>
              <a:ea typeface="Calibri"/>
              <a:cs typeface="Calibri"/>
              <a:sym typeface="Calibri"/>
            </a:endParaRPr>
          </a:p>
        </p:txBody>
      </p:sp>
      <p:sp>
        <p:nvSpPr>
          <p:cNvPr id="217" name="Google Shape;217;p4"/>
          <p:cNvSpPr/>
          <p:nvPr/>
        </p:nvSpPr>
        <p:spPr>
          <a:xfrm>
            <a:off x="6857828" y="1034693"/>
            <a:ext cx="4724282" cy="773311"/>
          </a:xfrm>
          <a:prstGeom prst="rect">
            <a:avLst/>
          </a:prstGeom>
          <a:noFill/>
          <a:ln>
            <a:noFill/>
          </a:ln>
        </p:spPr>
        <p:txBody>
          <a:bodyPr anchorCtr="0" anchor="t" bIns="0" lIns="0" spcFirstLastPara="1" rIns="0" wrap="square" tIns="0">
            <a:normAutofit/>
          </a:bodyPr>
          <a:lstStyle/>
          <a:p>
            <a:pPr indent="0" lvl="0" marL="0" marR="0" rtl="0" algn="l">
              <a:lnSpc>
                <a:spcPct val="117000"/>
              </a:lnSpc>
              <a:spcBef>
                <a:spcPts val="0"/>
              </a:spcBef>
              <a:spcAft>
                <a:spcPts val="0"/>
              </a:spcAft>
              <a:buClr>
                <a:srgbClr val="BDBED0"/>
              </a:buClr>
              <a:buSzPts val="1450"/>
              <a:buFont typeface="Funnel Sans"/>
              <a:buNone/>
            </a:pPr>
            <a:r>
              <a:rPr b="0" i="0" lang="en-US" sz="1450" u="none" cap="none" strike="noStrike">
                <a:solidFill>
                  <a:srgbClr val="BDBED0"/>
                </a:solidFill>
                <a:latin typeface="Funnel Sans"/>
                <a:ea typeface="Funnel Sans"/>
                <a:cs typeface="Funnel Sans"/>
                <a:sym typeface="Funnel Sans"/>
              </a:rPr>
              <a:t>Urgent account-verification message flagged for sender anomaly, malicious link, social engineering language, and credential-harvesting risk.</a:t>
            </a:r>
            <a:endParaRPr b="0" i="0" sz="1450" u="none" cap="none" strike="noStrike">
              <a:solidFill>
                <a:schemeClr val="dk1"/>
              </a:solidFill>
              <a:latin typeface="Calibri"/>
              <a:ea typeface="Calibri"/>
              <a:cs typeface="Calibri"/>
              <a:sym typeface="Calibri"/>
            </a:endParaRPr>
          </a:p>
        </p:txBody>
      </p:sp>
      <p:sp>
        <p:nvSpPr>
          <p:cNvPr id="218" name="Google Shape;218;p4"/>
          <p:cNvSpPr/>
          <p:nvPr/>
        </p:nvSpPr>
        <p:spPr>
          <a:xfrm>
            <a:off x="6857828" y="1973104"/>
            <a:ext cx="5333867" cy="257770"/>
          </a:xfrm>
          <a:prstGeom prst="rect">
            <a:avLst/>
          </a:prstGeom>
          <a:noFill/>
          <a:ln>
            <a:noFill/>
          </a:ln>
        </p:spPr>
        <p:txBody>
          <a:bodyPr anchorCtr="0" anchor="t" bIns="0" lIns="0" spcFirstLastPara="1" rIns="0" wrap="square" tIns="0">
            <a:noAutofit/>
          </a:bodyPr>
          <a:lstStyle/>
          <a:p>
            <a:pPr indent="0" lvl="0" marL="0" marR="0" rtl="0" algn="l">
              <a:lnSpc>
                <a:spcPct val="117000"/>
              </a:lnSpc>
              <a:spcBef>
                <a:spcPts val="0"/>
              </a:spcBef>
              <a:spcAft>
                <a:spcPts val="0"/>
              </a:spcAft>
              <a:buClr>
                <a:srgbClr val="BDBED0"/>
              </a:buClr>
              <a:buSzPts val="1450"/>
              <a:buFont typeface="Funnel Sans"/>
              <a:buNone/>
            </a:pPr>
            <a:r>
              <a:rPr b="0" i="0" lang="en-US" sz="1450" u="none" cap="none" strike="noStrike">
                <a:solidFill>
                  <a:srgbClr val="BDBED0"/>
                </a:solidFill>
                <a:latin typeface="Funnel Sans"/>
                <a:ea typeface="Funnel Sans"/>
                <a:cs typeface="Funnel Sans"/>
                <a:sym typeface="Funnel Sans"/>
              </a:rPr>
              <a:t>PROTOTYPE LOOP</a:t>
            </a:r>
            <a:endParaRPr b="0" i="0" sz="1450" u="none" cap="none" strike="noStrike">
              <a:solidFill>
                <a:schemeClr val="dk1"/>
              </a:solidFill>
              <a:latin typeface="Calibri"/>
              <a:ea typeface="Calibri"/>
              <a:cs typeface="Calibri"/>
              <a:sym typeface="Calibri"/>
            </a:endParaRPr>
          </a:p>
        </p:txBody>
      </p:sp>
      <p:sp>
        <p:nvSpPr>
          <p:cNvPr id="219" name="Google Shape;219;p4"/>
          <p:cNvSpPr/>
          <p:nvPr/>
        </p:nvSpPr>
        <p:spPr>
          <a:xfrm>
            <a:off x="6857828" y="2395974"/>
            <a:ext cx="4724282" cy="515541"/>
          </a:xfrm>
          <a:prstGeom prst="rect">
            <a:avLst/>
          </a:prstGeom>
          <a:noFill/>
          <a:ln>
            <a:noFill/>
          </a:ln>
        </p:spPr>
        <p:txBody>
          <a:bodyPr anchorCtr="0" anchor="t" bIns="0" lIns="0" spcFirstLastPara="1" rIns="0" wrap="square" tIns="0">
            <a:normAutofit/>
          </a:bodyPr>
          <a:lstStyle/>
          <a:p>
            <a:pPr indent="0" lvl="0" marL="0" marR="0" rtl="0" algn="l">
              <a:lnSpc>
                <a:spcPct val="117000"/>
              </a:lnSpc>
              <a:spcBef>
                <a:spcPts val="0"/>
              </a:spcBef>
              <a:spcAft>
                <a:spcPts val="0"/>
              </a:spcAft>
              <a:buClr>
                <a:srgbClr val="BDBED0"/>
              </a:buClr>
              <a:buSzPts val="1450"/>
              <a:buFont typeface="Funnel Sans"/>
              <a:buNone/>
            </a:pPr>
            <a:r>
              <a:rPr b="0" i="0" lang="en-US" sz="1450" u="none" cap="none" strike="noStrike">
                <a:solidFill>
                  <a:srgbClr val="BDBED0"/>
                </a:solidFill>
                <a:latin typeface="Funnel Sans"/>
                <a:ea typeface="Funnel Sans"/>
                <a:cs typeface="Funnel Sans"/>
                <a:sym typeface="Funnel Sans"/>
              </a:rPr>
              <a:t>Upload or enter → scan → analyze → score → classify → alert → respond</a:t>
            </a:r>
            <a:endParaRPr b="0" i="0" sz="1450" u="none" cap="none" strike="noStrike">
              <a:solidFill>
                <a:schemeClr val="dk1"/>
              </a:solidFill>
              <a:latin typeface="Calibri"/>
              <a:ea typeface="Calibri"/>
              <a:cs typeface="Calibri"/>
              <a:sym typeface="Calibri"/>
            </a:endParaRPr>
          </a:p>
        </p:txBody>
      </p:sp>
      <p:sp>
        <p:nvSpPr>
          <p:cNvPr id="220" name="Google Shape;220;p4"/>
          <p:cNvSpPr/>
          <p:nvPr/>
        </p:nvSpPr>
        <p:spPr>
          <a:xfrm>
            <a:off x="6857828" y="3076615"/>
            <a:ext cx="5333867" cy="257770"/>
          </a:xfrm>
          <a:prstGeom prst="rect">
            <a:avLst/>
          </a:prstGeom>
          <a:noFill/>
          <a:ln>
            <a:noFill/>
          </a:ln>
        </p:spPr>
        <p:txBody>
          <a:bodyPr anchorCtr="0" anchor="t" bIns="0" lIns="0" spcFirstLastPara="1" rIns="0" wrap="square" tIns="0">
            <a:noAutofit/>
          </a:bodyPr>
          <a:lstStyle/>
          <a:p>
            <a:pPr indent="0" lvl="0" marL="0" marR="0" rtl="0" algn="l">
              <a:lnSpc>
                <a:spcPct val="117000"/>
              </a:lnSpc>
              <a:spcBef>
                <a:spcPts val="0"/>
              </a:spcBef>
              <a:spcAft>
                <a:spcPts val="0"/>
              </a:spcAft>
              <a:buClr>
                <a:srgbClr val="BDBED0"/>
              </a:buClr>
              <a:buSzPts val="1450"/>
              <a:buFont typeface="Funnel Sans"/>
              <a:buNone/>
            </a:pPr>
            <a:r>
              <a:rPr b="0" i="0" lang="en-US" sz="1450" u="none" cap="none" strike="noStrike">
                <a:solidFill>
                  <a:srgbClr val="BDBED0"/>
                </a:solidFill>
                <a:latin typeface="Funnel Sans"/>
                <a:ea typeface="Funnel Sans"/>
                <a:cs typeface="Funnel Sans"/>
                <a:sym typeface="Funnel Sans"/>
              </a:rPr>
              <a:t>IMPLEMENTATION PROOF</a:t>
            </a:r>
            <a:endParaRPr b="0" i="0" sz="1450" u="none" cap="none" strike="noStrike">
              <a:solidFill>
                <a:schemeClr val="dk1"/>
              </a:solidFill>
              <a:latin typeface="Calibri"/>
              <a:ea typeface="Calibri"/>
              <a:cs typeface="Calibri"/>
              <a:sym typeface="Calibri"/>
            </a:endParaRPr>
          </a:p>
        </p:txBody>
      </p:sp>
      <p:sp>
        <p:nvSpPr>
          <p:cNvPr id="221" name="Google Shape;221;p4"/>
          <p:cNvSpPr/>
          <p:nvPr/>
        </p:nvSpPr>
        <p:spPr>
          <a:xfrm>
            <a:off x="6857828" y="3499485"/>
            <a:ext cx="4724282" cy="773311"/>
          </a:xfrm>
          <a:prstGeom prst="rect">
            <a:avLst/>
          </a:prstGeom>
          <a:noFill/>
          <a:ln>
            <a:noFill/>
          </a:ln>
        </p:spPr>
        <p:txBody>
          <a:bodyPr anchorCtr="0" anchor="t" bIns="0" lIns="0" spcFirstLastPara="1" rIns="0" wrap="square" tIns="0">
            <a:normAutofit/>
          </a:bodyPr>
          <a:lstStyle/>
          <a:p>
            <a:pPr indent="0" lvl="0" marL="0" marR="0" rtl="0" algn="l">
              <a:lnSpc>
                <a:spcPct val="117000"/>
              </a:lnSpc>
              <a:spcBef>
                <a:spcPts val="0"/>
              </a:spcBef>
              <a:spcAft>
                <a:spcPts val="0"/>
              </a:spcAft>
              <a:buClr>
                <a:srgbClr val="BDBED0"/>
              </a:buClr>
              <a:buSzPts val="1450"/>
              <a:buFont typeface="Funnel Sans"/>
              <a:buNone/>
            </a:pPr>
            <a:r>
              <a:rPr b="0" i="0" lang="en-US" sz="1450" u="none" cap="none" strike="noStrike">
                <a:solidFill>
                  <a:srgbClr val="BDBED0"/>
                </a:solidFill>
                <a:latin typeface="Funnel Sans"/>
                <a:ea typeface="Funnel Sans"/>
                <a:cs typeface="Funnel Sans"/>
                <a:sym typeface="Funnel Sans"/>
              </a:rPr>
              <a:t>Python prototype demonstrates Shannon entropy calculation, canary tripwire monitoring, and automated process containment.</a:t>
            </a:r>
            <a:endParaRPr b="0" i="0" sz="1450" u="none" cap="none" strike="noStrike">
              <a:solidFill>
                <a:schemeClr val="dk1"/>
              </a:solidFill>
              <a:latin typeface="Calibri"/>
              <a:ea typeface="Calibri"/>
              <a:cs typeface="Calibri"/>
              <a:sym typeface="Calibri"/>
            </a:endParaRPr>
          </a:p>
        </p:txBody>
      </p:sp>
    </p:spTree>
  </p:cSld>
  <p:clrMapOvr>
    <a:masterClrMapping/>
  </p:clrMapOvr>
  <p:transition spd="med">
    <p:fade thruBlk="1"/>
  </p:transition>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pic>
        <p:nvPicPr>
          <p:cNvPr id="227" name="Google Shape;227;h770a2e5ec28c9777_0_39"/>
          <p:cNvPicPr preferRelativeResize="0"/>
          <p:nvPr/>
        </p:nvPicPr>
        <p:blipFill>
          <a:blip r:embed="rId3">
            <a:alphaModFix/>
          </a:blip>
          <a:stretch>
            <a:fillRect/>
          </a:stretch>
        </p:blipFill>
        <p:spPr>
          <a:xfrm>
            <a:off x="0" y="757450"/>
            <a:ext cx="12375099" cy="7164725"/>
          </a:xfrm>
          <a:prstGeom prst="rect">
            <a:avLst/>
          </a:prstGeom>
          <a:noFill/>
          <a:ln>
            <a:noFill/>
          </a:ln>
        </p:spPr>
      </p:pic>
      <p:sp>
        <p:nvSpPr>
          <p:cNvPr id="228" name="Google Shape;228;h770a2e5ec28c9777_0_39"/>
          <p:cNvSpPr txBox="1"/>
          <p:nvPr/>
        </p:nvSpPr>
        <p:spPr>
          <a:xfrm>
            <a:off x="0" y="-94275"/>
            <a:ext cx="7798200" cy="655200"/>
          </a:xfrm>
          <a:prstGeom prst="rect">
            <a:avLst/>
          </a:prstGeom>
          <a:noFill/>
          <a:ln>
            <a:noFill/>
          </a:ln>
        </p:spPr>
        <p:txBody>
          <a:bodyPr anchorCtr="0" anchor="t" bIns="91425" lIns="91425" spcFirstLastPara="1" rIns="91425" wrap="square" tIns="91425">
            <a:noAutofit/>
          </a:bodyPr>
          <a:lstStyle/>
          <a:p>
            <a:pPr indent="0" lvl="0" marL="0" rtl="0" algn="l">
              <a:lnSpc>
                <a:spcPct val="88000"/>
              </a:lnSpc>
              <a:spcBef>
                <a:spcPts val="0"/>
              </a:spcBef>
              <a:spcAft>
                <a:spcPts val="0"/>
              </a:spcAft>
              <a:buClr>
                <a:srgbClr val="F4F3FA"/>
              </a:buClr>
              <a:buSzPts val="3000"/>
              <a:buFont typeface="Special Gothic Expanded One"/>
              <a:buNone/>
            </a:pPr>
            <a:r>
              <a:rPr lang="en-US" spc="-45" sz="3000">
                <a:solidFill>
                  <a:srgbClr val="F4F3FA"/>
                </a:solidFill>
                <a:latin typeface="Special Gothic Expanded One"/>
                <a:ea typeface="Special Gothic Expanded One"/>
                <a:cs typeface="Special Gothic Expanded One"/>
                <a:sym typeface="Special Gothic Expanded One"/>
              </a:rPr>
              <a:t>prototype home page </a:t>
            </a:r>
            <a:endParaRPr/>
          </a:p>
        </p:txBody>
      </p:sp>
      <p:sp>
        <p:nvSpPr>
          <p:cNvPr id="229" name="Google Shape;229;h770a2e5ec28c9777_0_39"/>
          <p:cNvSpPr txBox="1"/>
          <p:nvPr/>
        </p:nvSpPr>
        <p:spPr>
          <a:xfrm>
            <a:off x="-655100" y="-266125"/>
            <a:ext cx="36552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h770a2e5ec28c9777_0_0"/>
          <p:cNvSpPr/>
          <p:nvPr/>
        </p:nvSpPr>
        <p:spPr>
          <a:xfrm>
            <a:off x="10972800" y="6571400"/>
            <a:ext cx="1218900" cy="2253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36" name="Google Shape;236;h770a2e5ec28c9777_0_0"/>
          <p:cNvSpPr txBox="1"/>
          <p:nvPr/>
        </p:nvSpPr>
        <p:spPr>
          <a:xfrm>
            <a:off x="1924350" y="2210925"/>
            <a:ext cx="10665600" cy="2640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0400">
                <a:solidFill>
                  <a:srgbClr val="8B6CFF"/>
                </a:solidFill>
              </a:rPr>
              <a:t>THANK YOU</a:t>
            </a:r>
            <a:endParaRPr b="1" sz="10400">
              <a:solidFill>
                <a:srgbClr val="8B6CFF"/>
              </a:solidFill>
            </a:endParaRPr>
          </a:p>
        </p:txBody>
      </p:sp>
      <p:sp>
        <p:nvSpPr>
          <p:cNvPr id="237" name="Google Shape;237;h770a2e5ec28c9777_0_0"/>
          <p:cNvSpPr txBox="1"/>
          <p:nvPr/>
        </p:nvSpPr>
        <p:spPr>
          <a:xfrm>
            <a:off x="8573575" y="6095000"/>
            <a:ext cx="4566600" cy="117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4500">
                <a:highlight>
                  <a:srgbClr val="8B6CFF"/>
                </a:highlight>
              </a:rPr>
              <a:t>BY ABINGEO</a:t>
            </a:r>
            <a:endParaRPr sz="4500">
              <a:highlight>
                <a:srgbClr val="8B6CFF"/>
              </a:highlight>
            </a:endParaRPr>
          </a:p>
        </p:txBody>
      </p:sp>
      <p:pic>
        <p:nvPicPr>
          <p:cNvPr id="238" name="Google Shape;238;h770a2e5ec28c9777_0_0"/>
          <p:cNvPicPr preferRelativeResize="0"/>
          <p:nvPr/>
        </p:nvPicPr>
        <p:blipFill rotWithShape="1">
          <a:blip r:embed="rId3">
            <a:alphaModFix/>
          </a:blip>
          <a:srcRect b="-3561" l="0" r="0" t="22445"/>
          <a:stretch/>
        </p:blipFill>
        <p:spPr>
          <a:xfrm>
            <a:off x="-530400" y="1690625"/>
            <a:ext cx="2454750" cy="5816375"/>
          </a:xfrm>
          <a:prstGeom prst="rect">
            <a:avLst/>
          </a:prstGeom>
          <a:noFill/>
          <a:ln>
            <a:noFill/>
          </a:ln>
        </p:spPr>
      </p:pic>
      <p:pic>
        <p:nvPicPr>
          <p:cNvPr id="239" name="Google Shape;239;h770a2e5ec28c9777_0_0"/>
          <p:cNvPicPr preferRelativeResize="0"/>
          <p:nvPr/>
        </p:nvPicPr>
        <p:blipFill rotWithShape="1">
          <a:blip r:embed="rId4">
            <a:alphaModFix/>
          </a:blip>
          <a:srcRect b="33461" l="-2182" r="22252" t="36720"/>
          <a:stretch/>
        </p:blipFill>
        <p:spPr>
          <a:xfrm>
            <a:off x="5778675" y="4154925"/>
            <a:ext cx="2850200" cy="275637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2026-10-08T04:49:21Z</dcterms:created>
</cp:coreProperties>
</file>